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109728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KeibaDataAnalizer ER図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274320" y="475488"/>
            <a:ext cx="8595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B556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SQLite / Keiba.sql（外部キー 16本、すべて ON DELETE CASCADE）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1490472" y="1152144"/>
            <a:ext cx="155448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463040" y="1152144"/>
            <a:ext cx="27432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953512" y="2020824"/>
            <a:ext cx="155448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953512" y="1152144"/>
            <a:ext cx="0" cy="86868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926080" y="1152144"/>
            <a:ext cx="27432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953512" y="2020824"/>
            <a:ext cx="155448" cy="0"/>
          </a:xfrm>
          <a:prstGeom prst="line">
            <a:avLst/>
          </a:prstGeom>
          <a:noFill/>
          <a:ln w="12700">
            <a:solidFill>
              <a:srgbClr val="B45309"/>
            </a:solidFill>
            <a:prstDash val="dash"/>
          </a:ln>
        </p:spPr>
      </p:sp>
      <p:sp>
        <p:nvSpPr>
          <p:cNvPr id="10" name="Shape 8"/>
          <p:cNvSpPr/>
          <p:nvPr/>
        </p:nvSpPr>
        <p:spPr>
          <a:xfrm>
            <a:off x="2926080" y="2020824"/>
            <a:ext cx="27432" cy="0"/>
          </a:xfrm>
          <a:prstGeom prst="line">
            <a:avLst/>
          </a:prstGeom>
          <a:noFill/>
          <a:ln w="12700">
            <a:solidFill>
              <a:srgbClr val="B45309"/>
            </a:solidFill>
            <a:prstDash val="dash"/>
          </a:ln>
        </p:spPr>
      </p:sp>
      <p:sp>
        <p:nvSpPr>
          <p:cNvPr id="11" name="Shape 9"/>
          <p:cNvSpPr/>
          <p:nvPr/>
        </p:nvSpPr>
        <p:spPr>
          <a:xfrm>
            <a:off x="2953512" y="2020824"/>
            <a:ext cx="155448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953512" y="2020824"/>
            <a:ext cx="0" cy="86868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26080" y="2889504"/>
            <a:ext cx="27432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389120" y="2020824"/>
            <a:ext cx="27432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416552" y="1152144"/>
            <a:ext cx="0" cy="86868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416552" y="1152144"/>
            <a:ext cx="155448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389120" y="2020824"/>
            <a:ext cx="27432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16552" y="2020824"/>
            <a:ext cx="0" cy="86868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416552" y="2889504"/>
            <a:ext cx="155448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389120" y="2020824"/>
            <a:ext cx="27432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416552" y="2020824"/>
            <a:ext cx="1618488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852160" y="1152144"/>
            <a:ext cx="27432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879592" y="1152144"/>
            <a:ext cx="155448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675120" y="1435608"/>
            <a:ext cx="0" cy="301752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852160" y="2889504"/>
            <a:ext cx="59436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11596" y="2889504"/>
            <a:ext cx="123444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675120" y="2304288"/>
            <a:ext cx="0" cy="301752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315200" y="2020824"/>
            <a:ext cx="27432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342632" y="1152144"/>
            <a:ext cx="0" cy="86868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342632" y="1152144"/>
            <a:ext cx="155448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315200" y="2020824"/>
            <a:ext cx="27432" cy="0"/>
          </a:xfrm>
          <a:prstGeom prst="line">
            <a:avLst/>
          </a:prstGeom>
          <a:noFill/>
          <a:ln w="12700">
            <a:solidFill>
              <a:srgbClr val="B45309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7342632" y="2020824"/>
            <a:ext cx="155448" cy="0"/>
          </a:xfrm>
          <a:prstGeom prst="line">
            <a:avLst/>
          </a:prstGeom>
          <a:noFill/>
          <a:ln w="12700">
            <a:solidFill>
              <a:srgbClr val="B45309"/>
            </a:solidFill>
            <a:prstDash val="dash"/>
          </a:ln>
        </p:spPr>
      </p:sp>
      <p:sp>
        <p:nvSpPr>
          <p:cNvPr id="33" name="Shape 31"/>
          <p:cNvSpPr/>
          <p:nvPr/>
        </p:nvSpPr>
        <p:spPr>
          <a:xfrm>
            <a:off x="8138160" y="2304288"/>
            <a:ext cx="0" cy="301752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138160" y="3172968"/>
            <a:ext cx="0" cy="301752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22960" y="2304288"/>
            <a:ext cx="0" cy="301752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389120" y="2889504"/>
            <a:ext cx="59436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ysDot"/>
          </a:ln>
        </p:spPr>
      </p:sp>
      <p:sp>
        <p:nvSpPr>
          <p:cNvPr id="37" name="Shape 35"/>
          <p:cNvSpPr/>
          <p:nvPr/>
        </p:nvSpPr>
        <p:spPr>
          <a:xfrm>
            <a:off x="4448556" y="2112264"/>
            <a:ext cx="0" cy="777240"/>
          </a:xfrm>
          <a:prstGeom prst="line">
            <a:avLst/>
          </a:prstGeom>
          <a:noFill/>
          <a:ln w="12700">
            <a:solidFill>
              <a:srgbClr val="2563EB"/>
            </a:solidFill>
            <a:prstDash val="sysDot"/>
          </a:ln>
        </p:spPr>
      </p:sp>
      <p:sp>
        <p:nvSpPr>
          <p:cNvPr id="38" name="Shape 36"/>
          <p:cNvSpPr/>
          <p:nvPr/>
        </p:nvSpPr>
        <p:spPr>
          <a:xfrm>
            <a:off x="4448556" y="2112264"/>
            <a:ext cx="1586484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ysDot"/>
          </a:ln>
        </p:spPr>
      </p:sp>
      <p:sp>
        <p:nvSpPr>
          <p:cNvPr id="39" name="Shape 37"/>
          <p:cNvSpPr/>
          <p:nvPr/>
        </p:nvSpPr>
        <p:spPr>
          <a:xfrm>
            <a:off x="5852160" y="3758184"/>
            <a:ext cx="9144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ysDot"/>
          </a:ln>
        </p:spPr>
      </p:sp>
      <p:sp>
        <p:nvSpPr>
          <p:cNvPr id="40" name="Shape 38"/>
          <p:cNvSpPr/>
          <p:nvPr/>
        </p:nvSpPr>
        <p:spPr>
          <a:xfrm>
            <a:off x="5943600" y="2176272"/>
            <a:ext cx="0" cy="1581912"/>
          </a:xfrm>
          <a:prstGeom prst="line">
            <a:avLst/>
          </a:prstGeom>
          <a:noFill/>
          <a:ln w="12700">
            <a:solidFill>
              <a:srgbClr val="2563EB"/>
            </a:solidFill>
            <a:prstDash val="sysDot"/>
          </a:ln>
        </p:spPr>
      </p:sp>
      <p:sp>
        <p:nvSpPr>
          <p:cNvPr id="41" name="Shape 39"/>
          <p:cNvSpPr/>
          <p:nvPr/>
        </p:nvSpPr>
        <p:spPr>
          <a:xfrm>
            <a:off x="5943600" y="2176272"/>
            <a:ext cx="9144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ysDot"/>
          </a:ln>
        </p:spPr>
      </p:sp>
      <p:sp>
        <p:nvSpPr>
          <p:cNvPr id="42" name="Shape 40"/>
          <p:cNvSpPr/>
          <p:nvPr/>
        </p:nvSpPr>
        <p:spPr>
          <a:xfrm>
            <a:off x="4389120" y="3758184"/>
            <a:ext cx="9144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ysDot"/>
          </a:ln>
        </p:spPr>
      </p:sp>
      <p:sp>
        <p:nvSpPr>
          <p:cNvPr id="43" name="Shape 41"/>
          <p:cNvSpPr/>
          <p:nvPr/>
        </p:nvSpPr>
        <p:spPr>
          <a:xfrm>
            <a:off x="4480560" y="2240280"/>
            <a:ext cx="0" cy="1517904"/>
          </a:xfrm>
          <a:prstGeom prst="line">
            <a:avLst/>
          </a:prstGeom>
          <a:noFill/>
          <a:ln w="12700">
            <a:solidFill>
              <a:srgbClr val="2563EB"/>
            </a:solidFill>
            <a:prstDash val="sysDot"/>
          </a:ln>
        </p:spPr>
      </p:sp>
      <p:sp>
        <p:nvSpPr>
          <p:cNvPr id="44" name="Shape 42"/>
          <p:cNvSpPr/>
          <p:nvPr/>
        </p:nvSpPr>
        <p:spPr>
          <a:xfrm>
            <a:off x="4480560" y="2240280"/>
            <a:ext cx="155448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ysDot"/>
          </a:ln>
        </p:spPr>
      </p:sp>
      <p:sp>
        <p:nvSpPr>
          <p:cNvPr id="45" name="Shape 43"/>
          <p:cNvSpPr/>
          <p:nvPr/>
        </p:nvSpPr>
        <p:spPr>
          <a:xfrm>
            <a:off x="3749040" y="3172968"/>
            <a:ext cx="0" cy="301752"/>
          </a:xfrm>
          <a:prstGeom prst="line">
            <a:avLst/>
          </a:prstGeom>
          <a:noFill/>
          <a:ln w="12700">
            <a:solidFill>
              <a:srgbClr val="2563EB"/>
            </a:solidFill>
            <a:prstDash val="sysDot"/>
          </a:ln>
        </p:spPr>
      </p:sp>
      <p:sp>
        <p:nvSpPr>
          <p:cNvPr id="46" name="Shape 44"/>
          <p:cNvSpPr/>
          <p:nvPr/>
        </p:nvSpPr>
        <p:spPr>
          <a:xfrm>
            <a:off x="4389120" y="3758184"/>
            <a:ext cx="9144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ysDot"/>
          </a:ln>
        </p:spPr>
      </p:sp>
      <p:sp>
        <p:nvSpPr>
          <p:cNvPr id="47" name="Shape 45"/>
          <p:cNvSpPr/>
          <p:nvPr/>
        </p:nvSpPr>
        <p:spPr>
          <a:xfrm>
            <a:off x="4480560" y="3758184"/>
            <a:ext cx="0" cy="91440"/>
          </a:xfrm>
          <a:prstGeom prst="line">
            <a:avLst/>
          </a:prstGeom>
          <a:noFill/>
          <a:ln w="12700">
            <a:solidFill>
              <a:srgbClr val="2563EB"/>
            </a:solidFill>
            <a:prstDash val="sysDot"/>
          </a:ln>
        </p:spPr>
      </p:sp>
      <p:sp>
        <p:nvSpPr>
          <p:cNvPr id="48" name="Shape 46"/>
          <p:cNvSpPr/>
          <p:nvPr/>
        </p:nvSpPr>
        <p:spPr>
          <a:xfrm>
            <a:off x="4480560" y="3849624"/>
            <a:ext cx="9144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ysDot"/>
          </a:ln>
        </p:spPr>
      </p:sp>
      <p:sp>
        <p:nvSpPr>
          <p:cNvPr id="49" name="Shape 47"/>
          <p:cNvSpPr/>
          <p:nvPr/>
        </p:nvSpPr>
        <p:spPr>
          <a:xfrm>
            <a:off x="1522476" y="3758184"/>
            <a:ext cx="123444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ysDot"/>
          </a:ln>
        </p:spPr>
      </p:sp>
      <p:sp>
        <p:nvSpPr>
          <p:cNvPr id="50" name="Shape 48"/>
          <p:cNvSpPr/>
          <p:nvPr/>
        </p:nvSpPr>
        <p:spPr>
          <a:xfrm>
            <a:off x="1522476" y="3758184"/>
            <a:ext cx="0" cy="91440"/>
          </a:xfrm>
          <a:prstGeom prst="line">
            <a:avLst/>
          </a:prstGeom>
          <a:noFill/>
          <a:ln w="12700">
            <a:solidFill>
              <a:srgbClr val="2563EB"/>
            </a:solidFill>
            <a:prstDash val="sysDot"/>
          </a:ln>
        </p:spPr>
      </p:sp>
      <p:sp>
        <p:nvSpPr>
          <p:cNvPr id="51" name="Shape 49"/>
          <p:cNvSpPr/>
          <p:nvPr/>
        </p:nvSpPr>
        <p:spPr>
          <a:xfrm>
            <a:off x="1463040" y="3849624"/>
            <a:ext cx="59436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ysDot"/>
          </a:ln>
        </p:spPr>
      </p:sp>
      <p:sp>
        <p:nvSpPr>
          <p:cNvPr id="52" name="Shape 50"/>
          <p:cNvSpPr/>
          <p:nvPr/>
        </p:nvSpPr>
        <p:spPr>
          <a:xfrm>
            <a:off x="182880" y="868680"/>
            <a:ext cx="128016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7F6000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182880" y="868680"/>
            <a:ext cx="1280160" cy="201168"/>
          </a:xfrm>
          <a:prstGeom prst="rect">
            <a:avLst/>
          </a:prstGeom>
          <a:solidFill>
            <a:srgbClr val="7F6000"/>
          </a:solidFill>
          <a:ln w="12700">
            <a:solidFill>
              <a:srgbClr val="7F6000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182880" y="868680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Odds</a:t>
            </a:r>
            <a:endParaRPr lang="en-US" sz="800" dirty="0"/>
          </a:p>
        </p:txBody>
      </p:sp>
      <p:sp>
        <p:nvSpPr>
          <p:cNvPr id="55" name="Text 53"/>
          <p:cNvSpPr/>
          <p:nvPr/>
        </p:nvSpPr>
        <p:spPr>
          <a:xfrm>
            <a:off x="228600" y="1078992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37415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FK OddsKubunId</a:t>
            </a:r>
            <a:endParaRPr lang="en-US" sz="650" dirty="0"/>
          </a:p>
        </p:txBody>
      </p:sp>
      <p:sp>
        <p:nvSpPr>
          <p:cNvPr id="56" name="Shape 54"/>
          <p:cNvSpPr/>
          <p:nvPr/>
        </p:nvSpPr>
        <p:spPr>
          <a:xfrm>
            <a:off x="1645920" y="868680"/>
            <a:ext cx="128016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7F6000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1645920" y="868680"/>
            <a:ext cx="1280160" cy="201168"/>
          </a:xfrm>
          <a:prstGeom prst="rect">
            <a:avLst/>
          </a:prstGeom>
          <a:solidFill>
            <a:srgbClr val="7F6000"/>
          </a:solidFill>
          <a:ln w="12700">
            <a:solidFill>
              <a:srgbClr val="7F6000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1645920" y="868680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OddsKubun</a:t>
            </a:r>
            <a:endParaRPr lang="en-US" sz="800" dirty="0"/>
          </a:p>
        </p:txBody>
      </p:sp>
      <p:sp>
        <p:nvSpPr>
          <p:cNvPr id="59" name="Text 57"/>
          <p:cNvSpPr/>
          <p:nvPr/>
        </p:nvSpPr>
        <p:spPr>
          <a:xfrm>
            <a:off x="1691640" y="1078992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37415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PK Id</a:t>
            </a:r>
            <a:endParaRPr lang="en-US" sz="650" dirty="0"/>
          </a:p>
          <a:p>
            <a:pPr indent="0" marL="0">
              <a:buNone/>
            </a:pPr>
            <a:r>
              <a:rPr lang="en-US" sz="650" dirty="0">
                <a:solidFill>
                  <a:srgbClr val="37415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FK RaceId</a:t>
            </a:r>
            <a:endParaRPr lang="en-US" sz="650" dirty="0"/>
          </a:p>
        </p:txBody>
      </p:sp>
      <p:sp>
        <p:nvSpPr>
          <p:cNvPr id="60" name="Shape 58"/>
          <p:cNvSpPr/>
          <p:nvPr/>
        </p:nvSpPr>
        <p:spPr>
          <a:xfrm>
            <a:off x="1645920" y="1737360"/>
            <a:ext cx="128016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1F4E79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1645920" y="1737360"/>
            <a:ext cx="1280160" cy="201168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1645920" y="1737360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RaceHaitou</a:t>
            </a:r>
            <a:endParaRPr lang="en-US" sz="800" dirty="0"/>
          </a:p>
        </p:txBody>
      </p:sp>
      <p:sp>
        <p:nvSpPr>
          <p:cNvPr id="63" name="Text 61"/>
          <p:cNvSpPr/>
          <p:nvPr/>
        </p:nvSpPr>
        <p:spPr>
          <a:xfrm>
            <a:off x="1691640" y="1947672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37415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PK/FK Id (= Race.Id)</a:t>
            </a:r>
            <a:endParaRPr lang="en-US" sz="650" dirty="0"/>
          </a:p>
        </p:txBody>
      </p:sp>
      <p:sp>
        <p:nvSpPr>
          <p:cNvPr id="64" name="Shape 62"/>
          <p:cNvSpPr/>
          <p:nvPr/>
        </p:nvSpPr>
        <p:spPr>
          <a:xfrm>
            <a:off x="1645920" y="2606040"/>
            <a:ext cx="128016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1F4E79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1645920" y="2606040"/>
            <a:ext cx="1280160" cy="201168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1645920" y="2606040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RaceLapTime</a:t>
            </a:r>
            <a:endParaRPr lang="en-US" sz="800" dirty="0"/>
          </a:p>
        </p:txBody>
      </p:sp>
      <p:sp>
        <p:nvSpPr>
          <p:cNvPr id="67" name="Text 65"/>
          <p:cNvSpPr/>
          <p:nvPr/>
        </p:nvSpPr>
        <p:spPr>
          <a:xfrm>
            <a:off x="1691640" y="2816352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37415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PK Id</a:t>
            </a:r>
            <a:endParaRPr lang="en-US" sz="650" dirty="0"/>
          </a:p>
          <a:p>
            <a:pPr indent="0" marL="0">
              <a:buNone/>
            </a:pPr>
            <a:r>
              <a:rPr lang="en-US" sz="650" dirty="0">
                <a:solidFill>
                  <a:srgbClr val="37415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FK RaceId</a:t>
            </a:r>
            <a:endParaRPr lang="en-US" sz="650" dirty="0"/>
          </a:p>
        </p:txBody>
      </p:sp>
      <p:sp>
        <p:nvSpPr>
          <p:cNvPr id="68" name="Shape 66"/>
          <p:cNvSpPr/>
          <p:nvPr/>
        </p:nvSpPr>
        <p:spPr>
          <a:xfrm>
            <a:off x="3108960" y="1737360"/>
            <a:ext cx="128016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1F4E79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3108960" y="1737360"/>
            <a:ext cx="1280160" cy="201168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3108960" y="1737360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Race</a:t>
            </a:r>
            <a:endParaRPr lang="en-US" sz="800" dirty="0"/>
          </a:p>
        </p:txBody>
      </p:sp>
      <p:sp>
        <p:nvSpPr>
          <p:cNvPr id="71" name="Text 69"/>
          <p:cNvSpPr/>
          <p:nvPr/>
        </p:nvSpPr>
        <p:spPr>
          <a:xfrm>
            <a:off x="3154680" y="1947672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37415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PK Id</a:t>
            </a:r>
            <a:endParaRPr lang="en-US" sz="650" dirty="0"/>
          </a:p>
        </p:txBody>
      </p:sp>
      <p:sp>
        <p:nvSpPr>
          <p:cNvPr id="72" name="Shape 70"/>
          <p:cNvSpPr/>
          <p:nvPr/>
        </p:nvSpPr>
        <p:spPr>
          <a:xfrm>
            <a:off x="4572000" y="868680"/>
            <a:ext cx="128016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1F4E79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4572000" y="868680"/>
            <a:ext cx="1280160" cy="201168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4572000" y="868680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RaceKeika</a:t>
            </a:r>
            <a:endParaRPr lang="en-US" sz="800" dirty="0"/>
          </a:p>
        </p:txBody>
      </p:sp>
      <p:sp>
        <p:nvSpPr>
          <p:cNvPr id="75" name="Text 73"/>
          <p:cNvSpPr/>
          <p:nvPr/>
        </p:nvSpPr>
        <p:spPr>
          <a:xfrm>
            <a:off x="4617720" y="1078992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37415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PK Id</a:t>
            </a:r>
            <a:endParaRPr lang="en-US" sz="650" dirty="0"/>
          </a:p>
          <a:p>
            <a:pPr indent="0" marL="0">
              <a:buNone/>
            </a:pPr>
            <a:r>
              <a:rPr lang="en-US" sz="650" dirty="0">
                <a:solidFill>
                  <a:srgbClr val="37415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FK RaceId</a:t>
            </a:r>
            <a:endParaRPr lang="en-US" sz="650" dirty="0"/>
          </a:p>
        </p:txBody>
      </p:sp>
      <p:sp>
        <p:nvSpPr>
          <p:cNvPr id="76" name="Shape 74"/>
          <p:cNvSpPr/>
          <p:nvPr/>
        </p:nvSpPr>
        <p:spPr>
          <a:xfrm>
            <a:off x="4572000" y="2606040"/>
            <a:ext cx="128016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1F4E79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4572000" y="2606040"/>
            <a:ext cx="1280160" cy="201168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4572000" y="2606040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RaceHassouJoukyou</a:t>
            </a:r>
            <a:endParaRPr lang="en-US" sz="800" dirty="0"/>
          </a:p>
        </p:txBody>
      </p:sp>
      <p:sp>
        <p:nvSpPr>
          <p:cNvPr id="79" name="Text 77"/>
          <p:cNvSpPr/>
          <p:nvPr/>
        </p:nvSpPr>
        <p:spPr>
          <a:xfrm>
            <a:off x="4617720" y="2816352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37415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PK Id</a:t>
            </a:r>
            <a:endParaRPr lang="en-US" sz="650" dirty="0"/>
          </a:p>
          <a:p>
            <a:pPr indent="0" marL="0">
              <a:buNone/>
            </a:pPr>
            <a:r>
              <a:rPr lang="en-US" sz="650" dirty="0">
                <a:solidFill>
                  <a:srgbClr val="37415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FK RaceId</a:t>
            </a:r>
            <a:endParaRPr lang="en-US" sz="650" dirty="0"/>
          </a:p>
        </p:txBody>
      </p:sp>
      <p:sp>
        <p:nvSpPr>
          <p:cNvPr id="80" name="Shape 78"/>
          <p:cNvSpPr/>
          <p:nvPr/>
        </p:nvSpPr>
        <p:spPr>
          <a:xfrm>
            <a:off x="6035040" y="1737360"/>
            <a:ext cx="128016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375623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6035040" y="1737360"/>
            <a:ext cx="1280160" cy="201168"/>
          </a:xfrm>
          <a:prstGeom prst="rect">
            <a:avLst/>
          </a:prstGeom>
          <a:solidFill>
            <a:srgbClr val="375623"/>
          </a:solidFill>
          <a:ln w="12700">
            <a:solidFill>
              <a:srgbClr val="375623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035040" y="1737360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Shussouba</a:t>
            </a:r>
            <a:endParaRPr lang="en-US" sz="800" dirty="0"/>
          </a:p>
        </p:txBody>
      </p:sp>
      <p:sp>
        <p:nvSpPr>
          <p:cNvPr id="83" name="Text 81"/>
          <p:cNvSpPr/>
          <p:nvPr/>
        </p:nvSpPr>
        <p:spPr>
          <a:xfrm>
            <a:off x="6080760" y="1947672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37415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PK Id</a:t>
            </a:r>
            <a:endParaRPr lang="en-US" sz="650" dirty="0"/>
          </a:p>
          <a:p>
            <a:pPr indent="0" marL="0">
              <a:buNone/>
            </a:pPr>
            <a:r>
              <a:rPr lang="en-US" sz="650" dirty="0">
                <a:solidFill>
                  <a:srgbClr val="37415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FK RaceId</a:t>
            </a:r>
            <a:endParaRPr lang="en-US" sz="650" dirty="0"/>
          </a:p>
          <a:p>
            <a:pPr indent="0" marL="0">
              <a:buNone/>
            </a:pPr>
            <a:r>
              <a:rPr lang="en-US" sz="650" dirty="0">
                <a:solidFill>
                  <a:srgbClr val="37415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KyousoubaId, KishuId, KyuushaId（推定）</a:t>
            </a:r>
            <a:endParaRPr lang="en-US" sz="650" dirty="0"/>
          </a:p>
        </p:txBody>
      </p:sp>
      <p:sp>
        <p:nvSpPr>
          <p:cNvPr id="84" name="Shape 82"/>
          <p:cNvSpPr/>
          <p:nvPr/>
        </p:nvSpPr>
        <p:spPr>
          <a:xfrm>
            <a:off x="6035040" y="868680"/>
            <a:ext cx="128016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375623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6035040" y="868680"/>
            <a:ext cx="1280160" cy="201168"/>
          </a:xfrm>
          <a:prstGeom prst="rect">
            <a:avLst/>
          </a:prstGeom>
          <a:solidFill>
            <a:srgbClr val="375623"/>
          </a:solidFill>
          <a:ln w="12700">
            <a:solidFill>
              <a:srgbClr val="375623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6035040" y="868680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ShussoubaKeika</a:t>
            </a:r>
            <a:endParaRPr lang="en-US" sz="800" dirty="0"/>
          </a:p>
        </p:txBody>
      </p:sp>
      <p:sp>
        <p:nvSpPr>
          <p:cNvPr id="87" name="Text 85"/>
          <p:cNvSpPr/>
          <p:nvPr/>
        </p:nvSpPr>
        <p:spPr>
          <a:xfrm>
            <a:off x="6080760" y="1078992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37415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PK Id</a:t>
            </a:r>
            <a:endParaRPr lang="en-US" sz="650" dirty="0"/>
          </a:p>
          <a:p>
            <a:pPr indent="0" marL="0">
              <a:buNone/>
            </a:pPr>
            <a:r>
              <a:rPr lang="en-US" sz="650" dirty="0">
                <a:solidFill>
                  <a:srgbClr val="37415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FK RaceKeikaId</a:t>
            </a:r>
            <a:endParaRPr lang="en-US" sz="650" dirty="0"/>
          </a:p>
          <a:p>
            <a:pPr indent="0" marL="0">
              <a:buNone/>
            </a:pPr>
            <a:r>
              <a:rPr lang="en-US" sz="650" dirty="0">
                <a:solidFill>
                  <a:srgbClr val="37415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FK ShussoubaId</a:t>
            </a:r>
            <a:endParaRPr lang="en-US" sz="650" dirty="0"/>
          </a:p>
        </p:txBody>
      </p:sp>
      <p:sp>
        <p:nvSpPr>
          <p:cNvPr id="88" name="Shape 86"/>
          <p:cNvSpPr/>
          <p:nvPr/>
        </p:nvSpPr>
        <p:spPr>
          <a:xfrm>
            <a:off x="6035040" y="2606040"/>
            <a:ext cx="128016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375623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6035040" y="2606040"/>
            <a:ext cx="1280160" cy="201168"/>
          </a:xfrm>
          <a:prstGeom prst="rect">
            <a:avLst/>
          </a:prstGeom>
          <a:solidFill>
            <a:srgbClr val="375623"/>
          </a:solidFill>
          <a:ln w="12700">
            <a:solidFill>
              <a:srgbClr val="375623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6035040" y="2606040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ShussoubaHassouJoukyou</a:t>
            </a:r>
            <a:endParaRPr lang="en-US" sz="650" dirty="0"/>
          </a:p>
        </p:txBody>
      </p:sp>
      <p:sp>
        <p:nvSpPr>
          <p:cNvPr id="91" name="Text 89"/>
          <p:cNvSpPr/>
          <p:nvPr/>
        </p:nvSpPr>
        <p:spPr>
          <a:xfrm>
            <a:off x="6080760" y="2816352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37415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PK Id</a:t>
            </a:r>
            <a:endParaRPr lang="en-US" sz="650" dirty="0"/>
          </a:p>
          <a:p>
            <a:pPr indent="0" marL="0">
              <a:buNone/>
            </a:pPr>
            <a:r>
              <a:rPr lang="en-US" sz="650" dirty="0">
                <a:solidFill>
                  <a:srgbClr val="37415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FK RaceHassouJoukyouId</a:t>
            </a:r>
            <a:endParaRPr lang="en-US" sz="650" dirty="0"/>
          </a:p>
          <a:p>
            <a:pPr indent="0" marL="0">
              <a:buNone/>
            </a:pPr>
            <a:r>
              <a:rPr lang="en-US" sz="650" dirty="0">
                <a:solidFill>
                  <a:srgbClr val="37415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FK ShussoubaId</a:t>
            </a:r>
            <a:endParaRPr lang="en-US" sz="650" dirty="0"/>
          </a:p>
        </p:txBody>
      </p:sp>
      <p:sp>
        <p:nvSpPr>
          <p:cNvPr id="92" name="Shape 90"/>
          <p:cNvSpPr/>
          <p:nvPr/>
        </p:nvSpPr>
        <p:spPr>
          <a:xfrm>
            <a:off x="7498080" y="868680"/>
            <a:ext cx="128016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375623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7498080" y="868680"/>
            <a:ext cx="1280160" cy="201168"/>
          </a:xfrm>
          <a:prstGeom prst="rect">
            <a:avLst/>
          </a:prstGeom>
          <a:solidFill>
            <a:srgbClr val="375623"/>
          </a:solidFill>
          <a:ln w="12700">
            <a:solidFill>
              <a:srgbClr val="375623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7498080" y="868680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ShussoubaTsuukaJuni</a:t>
            </a:r>
            <a:endParaRPr lang="en-US" sz="650" dirty="0"/>
          </a:p>
        </p:txBody>
      </p:sp>
      <p:sp>
        <p:nvSpPr>
          <p:cNvPr id="95" name="Text 93"/>
          <p:cNvSpPr/>
          <p:nvPr/>
        </p:nvSpPr>
        <p:spPr>
          <a:xfrm>
            <a:off x="7543800" y="1078992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37415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PK Id</a:t>
            </a:r>
            <a:endParaRPr lang="en-US" sz="650" dirty="0"/>
          </a:p>
          <a:p>
            <a:pPr indent="0" marL="0">
              <a:buNone/>
            </a:pPr>
            <a:r>
              <a:rPr lang="en-US" sz="650" dirty="0">
                <a:solidFill>
                  <a:srgbClr val="37415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FK ShussoubaId</a:t>
            </a:r>
            <a:endParaRPr lang="en-US" sz="650" dirty="0"/>
          </a:p>
        </p:txBody>
      </p:sp>
      <p:sp>
        <p:nvSpPr>
          <p:cNvPr id="96" name="Shape 94"/>
          <p:cNvSpPr/>
          <p:nvPr/>
        </p:nvSpPr>
        <p:spPr>
          <a:xfrm>
            <a:off x="7498080" y="1737360"/>
            <a:ext cx="128016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833C0B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7498080" y="1737360"/>
            <a:ext cx="1280160" cy="201168"/>
          </a:xfrm>
          <a:prstGeom prst="rect">
            <a:avLst/>
          </a:prstGeom>
          <a:solidFill>
            <a:srgbClr val="833C0B"/>
          </a:solidFill>
          <a:ln w="12700">
            <a:solidFill>
              <a:srgbClr val="833C0B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7498080" y="1737360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Choukyou</a:t>
            </a:r>
            <a:endParaRPr lang="en-US" sz="800" dirty="0"/>
          </a:p>
        </p:txBody>
      </p:sp>
      <p:sp>
        <p:nvSpPr>
          <p:cNvPr id="99" name="Text 97"/>
          <p:cNvSpPr/>
          <p:nvPr/>
        </p:nvSpPr>
        <p:spPr>
          <a:xfrm>
            <a:off x="7543800" y="1947672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37415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PK/FK Id (= Shussouba.Id)</a:t>
            </a:r>
            <a:endParaRPr lang="en-US" sz="650" dirty="0"/>
          </a:p>
        </p:txBody>
      </p:sp>
      <p:sp>
        <p:nvSpPr>
          <p:cNvPr id="100" name="Shape 98"/>
          <p:cNvSpPr/>
          <p:nvPr/>
        </p:nvSpPr>
        <p:spPr>
          <a:xfrm>
            <a:off x="7498080" y="2606040"/>
            <a:ext cx="128016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833C0B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498080" y="2606040"/>
            <a:ext cx="1280160" cy="201168"/>
          </a:xfrm>
          <a:prstGeom prst="rect">
            <a:avLst/>
          </a:prstGeom>
          <a:solidFill>
            <a:srgbClr val="833C0B"/>
          </a:solidFill>
          <a:ln w="12700">
            <a:solidFill>
              <a:srgbClr val="833C0B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7498080" y="2606040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ChoukyouRireki</a:t>
            </a:r>
            <a:endParaRPr lang="en-US" sz="800" dirty="0"/>
          </a:p>
        </p:txBody>
      </p:sp>
      <p:sp>
        <p:nvSpPr>
          <p:cNvPr id="103" name="Text 101"/>
          <p:cNvSpPr/>
          <p:nvPr/>
        </p:nvSpPr>
        <p:spPr>
          <a:xfrm>
            <a:off x="7543800" y="2816352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37415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PK Id</a:t>
            </a:r>
            <a:endParaRPr lang="en-US" sz="650" dirty="0"/>
          </a:p>
          <a:p>
            <a:pPr indent="0" marL="0">
              <a:buNone/>
            </a:pPr>
            <a:r>
              <a:rPr lang="en-US" sz="650" dirty="0">
                <a:solidFill>
                  <a:srgbClr val="37415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FK ChoukyouId</a:t>
            </a:r>
            <a:endParaRPr lang="en-US" sz="650" dirty="0"/>
          </a:p>
        </p:txBody>
      </p:sp>
      <p:sp>
        <p:nvSpPr>
          <p:cNvPr id="104" name="Shape 102"/>
          <p:cNvSpPr/>
          <p:nvPr/>
        </p:nvSpPr>
        <p:spPr>
          <a:xfrm>
            <a:off x="7498080" y="3474720"/>
            <a:ext cx="128016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833C0B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498080" y="3474720"/>
            <a:ext cx="1280160" cy="201168"/>
          </a:xfrm>
          <a:prstGeom prst="rect">
            <a:avLst/>
          </a:prstGeom>
          <a:solidFill>
            <a:srgbClr val="833C0B"/>
          </a:solidFill>
          <a:ln w="12700">
            <a:solidFill>
              <a:srgbClr val="833C0B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7498080" y="3474720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ChoukyouTime</a:t>
            </a:r>
            <a:endParaRPr lang="en-US" sz="800" dirty="0"/>
          </a:p>
        </p:txBody>
      </p:sp>
      <p:sp>
        <p:nvSpPr>
          <p:cNvPr id="107" name="Text 105"/>
          <p:cNvSpPr/>
          <p:nvPr/>
        </p:nvSpPr>
        <p:spPr>
          <a:xfrm>
            <a:off x="7543800" y="3685032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37415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PK Id</a:t>
            </a:r>
            <a:endParaRPr lang="en-US" sz="650" dirty="0"/>
          </a:p>
          <a:p>
            <a:pPr indent="0" marL="0">
              <a:buNone/>
            </a:pPr>
            <a:r>
              <a:rPr lang="en-US" sz="650" dirty="0">
                <a:solidFill>
                  <a:srgbClr val="37415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FK ChoukyouRirekiId</a:t>
            </a:r>
            <a:endParaRPr lang="en-US" sz="650" dirty="0"/>
          </a:p>
        </p:txBody>
      </p:sp>
      <p:sp>
        <p:nvSpPr>
          <p:cNvPr id="108" name="Shape 106"/>
          <p:cNvSpPr/>
          <p:nvPr/>
        </p:nvSpPr>
        <p:spPr>
          <a:xfrm>
            <a:off x="182880" y="1737360"/>
            <a:ext cx="128016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595959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182880" y="1737360"/>
            <a:ext cx="1280160" cy="201168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182880" y="1737360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ImportFile</a:t>
            </a:r>
            <a:endParaRPr lang="en-US" sz="800" dirty="0"/>
          </a:p>
        </p:txBody>
      </p:sp>
      <p:sp>
        <p:nvSpPr>
          <p:cNvPr id="111" name="Text 109"/>
          <p:cNvSpPr/>
          <p:nvPr/>
        </p:nvSpPr>
        <p:spPr>
          <a:xfrm>
            <a:off x="228600" y="1947672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37415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PK Id</a:t>
            </a:r>
            <a:endParaRPr lang="en-US" sz="650" dirty="0"/>
          </a:p>
        </p:txBody>
      </p:sp>
      <p:sp>
        <p:nvSpPr>
          <p:cNvPr id="112" name="Shape 110"/>
          <p:cNvSpPr/>
          <p:nvPr/>
        </p:nvSpPr>
        <p:spPr>
          <a:xfrm>
            <a:off x="182880" y="2606040"/>
            <a:ext cx="128016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595959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182880" y="2606040"/>
            <a:ext cx="1280160" cy="201168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182880" y="2606040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ImportLog</a:t>
            </a:r>
            <a:endParaRPr lang="en-US" sz="800" dirty="0"/>
          </a:p>
        </p:txBody>
      </p:sp>
      <p:sp>
        <p:nvSpPr>
          <p:cNvPr id="115" name="Text 113"/>
          <p:cNvSpPr/>
          <p:nvPr/>
        </p:nvSpPr>
        <p:spPr>
          <a:xfrm>
            <a:off x="228600" y="2816352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37415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PK Id</a:t>
            </a:r>
            <a:endParaRPr lang="en-US" sz="650" dirty="0"/>
          </a:p>
          <a:p>
            <a:pPr indent="0" marL="0">
              <a:buNone/>
            </a:pPr>
            <a:r>
              <a:rPr lang="en-US" sz="650" dirty="0">
                <a:solidFill>
                  <a:srgbClr val="37415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FK ImportFileId</a:t>
            </a:r>
            <a:endParaRPr lang="en-US" sz="650" dirty="0"/>
          </a:p>
        </p:txBody>
      </p:sp>
      <p:sp>
        <p:nvSpPr>
          <p:cNvPr id="116" name="Shape 114"/>
          <p:cNvSpPr/>
          <p:nvPr/>
        </p:nvSpPr>
        <p:spPr>
          <a:xfrm>
            <a:off x="182880" y="3474720"/>
            <a:ext cx="128016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595959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182880" y="3474720"/>
            <a:ext cx="1280160" cy="201168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182880" y="3474720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Japanize</a:t>
            </a:r>
            <a:endParaRPr lang="en-US" sz="800" dirty="0"/>
          </a:p>
        </p:txBody>
      </p:sp>
      <p:sp>
        <p:nvSpPr>
          <p:cNvPr id="119" name="Text 117"/>
          <p:cNvSpPr/>
          <p:nvPr/>
        </p:nvSpPr>
        <p:spPr>
          <a:xfrm>
            <a:off x="228600" y="3685032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37415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PK Id</a:t>
            </a:r>
            <a:endParaRPr lang="en-US" sz="650" dirty="0"/>
          </a:p>
          <a:p>
            <a:pPr indent="0" marL="0">
              <a:buNone/>
            </a:pPr>
            <a:r>
              <a:rPr lang="en-US" sz="650" dirty="0">
                <a:solidFill>
                  <a:srgbClr val="37415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Domain（推定→Code.Domain）</a:t>
            </a:r>
            <a:endParaRPr lang="en-US" sz="650" dirty="0"/>
          </a:p>
        </p:txBody>
      </p:sp>
      <p:sp>
        <p:nvSpPr>
          <p:cNvPr id="120" name="Shape 118"/>
          <p:cNvSpPr/>
          <p:nvPr/>
        </p:nvSpPr>
        <p:spPr>
          <a:xfrm>
            <a:off x="1645920" y="3474720"/>
            <a:ext cx="128016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595959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1645920" y="3474720"/>
            <a:ext cx="1280160" cy="201168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  <a:prstDash val="solid"/>
          </a:ln>
        </p:spPr>
      </p:sp>
      <p:sp>
        <p:nvSpPr>
          <p:cNvPr id="122" name="Text 120"/>
          <p:cNvSpPr/>
          <p:nvPr/>
        </p:nvSpPr>
        <p:spPr>
          <a:xfrm>
            <a:off x="1645920" y="3474720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Code</a:t>
            </a:r>
            <a:endParaRPr lang="en-US" sz="800" dirty="0"/>
          </a:p>
        </p:txBody>
      </p:sp>
      <p:sp>
        <p:nvSpPr>
          <p:cNvPr id="123" name="Text 121"/>
          <p:cNvSpPr/>
          <p:nvPr/>
        </p:nvSpPr>
        <p:spPr>
          <a:xfrm>
            <a:off x="1691640" y="3685032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37415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PK Domain, Key</a:t>
            </a:r>
            <a:endParaRPr lang="en-US" sz="650" dirty="0"/>
          </a:p>
          <a:p>
            <a:pPr indent="0" marL="0">
              <a:buNone/>
            </a:pPr>
            <a:r>
              <a:rPr lang="en-US" sz="650" dirty="0">
                <a:solidFill>
                  <a:srgbClr val="37415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コード値の定義</a:t>
            </a:r>
            <a:endParaRPr lang="en-US" sz="650" dirty="0"/>
          </a:p>
        </p:txBody>
      </p:sp>
      <p:sp>
        <p:nvSpPr>
          <p:cNvPr id="124" name="Shape 122"/>
          <p:cNvSpPr/>
          <p:nvPr/>
        </p:nvSpPr>
        <p:spPr>
          <a:xfrm>
            <a:off x="3108960" y="2606040"/>
            <a:ext cx="128016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5B2C83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3108960" y="2606040"/>
            <a:ext cx="1280160" cy="201168"/>
          </a:xfrm>
          <a:prstGeom prst="rect">
            <a:avLst/>
          </a:prstGeom>
          <a:solidFill>
            <a:srgbClr val="5B2C83"/>
          </a:solidFill>
          <a:ln w="12700">
            <a:solidFill>
              <a:srgbClr val="5B2C83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3108960" y="2606040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Kyousouba</a:t>
            </a:r>
            <a:endParaRPr lang="en-US" sz="800" dirty="0"/>
          </a:p>
        </p:txBody>
      </p:sp>
      <p:sp>
        <p:nvSpPr>
          <p:cNvPr id="127" name="Text 125"/>
          <p:cNvSpPr/>
          <p:nvPr/>
        </p:nvSpPr>
        <p:spPr>
          <a:xfrm>
            <a:off x="3154680" y="2816352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37415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PK Id (TEXT)</a:t>
            </a:r>
            <a:endParaRPr lang="en-US" sz="650" dirty="0"/>
          </a:p>
          <a:p>
            <a:pPr indent="0" marL="0">
              <a:buNone/>
            </a:pPr>
            <a:r>
              <a:rPr lang="en-US" sz="650" dirty="0">
                <a:solidFill>
                  <a:srgbClr val="37415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KyuushaId（推定）</a:t>
            </a:r>
            <a:endParaRPr lang="en-US" sz="650" dirty="0"/>
          </a:p>
        </p:txBody>
      </p:sp>
      <p:sp>
        <p:nvSpPr>
          <p:cNvPr id="128" name="Shape 126"/>
          <p:cNvSpPr/>
          <p:nvPr/>
        </p:nvSpPr>
        <p:spPr>
          <a:xfrm>
            <a:off x="3108960" y="3474720"/>
            <a:ext cx="128016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5B2C83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3108960" y="3474720"/>
            <a:ext cx="1280160" cy="201168"/>
          </a:xfrm>
          <a:prstGeom prst="rect">
            <a:avLst/>
          </a:prstGeom>
          <a:solidFill>
            <a:srgbClr val="5B2C83"/>
          </a:solidFill>
          <a:ln w="12700">
            <a:solidFill>
              <a:srgbClr val="5B2C83"/>
            </a:solidFill>
            <a:prstDash val="solid"/>
          </a:ln>
        </p:spPr>
      </p:sp>
      <p:sp>
        <p:nvSpPr>
          <p:cNvPr id="130" name="Text 128"/>
          <p:cNvSpPr/>
          <p:nvPr/>
        </p:nvSpPr>
        <p:spPr>
          <a:xfrm>
            <a:off x="3108960" y="3474720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Kyuusha</a:t>
            </a:r>
            <a:endParaRPr lang="en-US" sz="800" dirty="0"/>
          </a:p>
        </p:txBody>
      </p:sp>
      <p:sp>
        <p:nvSpPr>
          <p:cNvPr id="131" name="Text 129"/>
          <p:cNvSpPr/>
          <p:nvPr/>
        </p:nvSpPr>
        <p:spPr>
          <a:xfrm>
            <a:off x="3154680" y="3685032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37415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PK Id</a:t>
            </a:r>
            <a:endParaRPr lang="en-US" sz="650" dirty="0"/>
          </a:p>
        </p:txBody>
      </p:sp>
      <p:sp>
        <p:nvSpPr>
          <p:cNvPr id="132" name="Shape 130"/>
          <p:cNvSpPr/>
          <p:nvPr/>
        </p:nvSpPr>
        <p:spPr>
          <a:xfrm>
            <a:off x="4572000" y="3474720"/>
            <a:ext cx="128016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5B2C83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4572000" y="3474720"/>
            <a:ext cx="1280160" cy="201168"/>
          </a:xfrm>
          <a:prstGeom prst="rect">
            <a:avLst/>
          </a:prstGeom>
          <a:solidFill>
            <a:srgbClr val="5B2C83"/>
          </a:solidFill>
          <a:ln w="12700">
            <a:solidFill>
              <a:srgbClr val="5B2C83"/>
            </a:solidFill>
            <a:prstDash val="solid"/>
          </a:ln>
        </p:spPr>
      </p:sp>
      <p:sp>
        <p:nvSpPr>
          <p:cNvPr id="134" name="Text 132"/>
          <p:cNvSpPr/>
          <p:nvPr/>
        </p:nvSpPr>
        <p:spPr>
          <a:xfrm>
            <a:off x="4572000" y="3474720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Kishu</a:t>
            </a:r>
            <a:endParaRPr lang="en-US" sz="800" dirty="0"/>
          </a:p>
        </p:txBody>
      </p:sp>
      <p:sp>
        <p:nvSpPr>
          <p:cNvPr id="135" name="Text 133"/>
          <p:cNvSpPr/>
          <p:nvPr/>
        </p:nvSpPr>
        <p:spPr>
          <a:xfrm>
            <a:off x="4617720" y="3685032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37415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PK Id</a:t>
            </a:r>
            <a:endParaRPr lang="en-US" sz="650" dirty="0"/>
          </a:p>
          <a:p>
            <a:pPr indent="0" marL="0">
              <a:buNone/>
            </a:pPr>
            <a:r>
              <a:rPr lang="en-US" sz="650" dirty="0">
                <a:solidFill>
                  <a:srgbClr val="37415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KishuShozokuKyuushaId（推定）</a:t>
            </a:r>
            <a:endParaRPr lang="en-US" sz="650" dirty="0"/>
          </a:p>
        </p:txBody>
      </p:sp>
      <p:sp>
        <p:nvSpPr>
          <p:cNvPr id="136" name="Shape 134"/>
          <p:cNvSpPr/>
          <p:nvPr/>
        </p:nvSpPr>
        <p:spPr>
          <a:xfrm>
            <a:off x="6035040" y="3474720"/>
            <a:ext cx="128016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595959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6035040" y="3474720"/>
            <a:ext cx="1280160" cy="201168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  <a:prstDash val="solid"/>
          </a:ln>
        </p:spPr>
      </p:sp>
      <p:sp>
        <p:nvSpPr>
          <p:cNvPr id="138" name="Text 136"/>
          <p:cNvSpPr/>
          <p:nvPr/>
        </p:nvSpPr>
        <p:spPr>
          <a:xfrm>
            <a:off x="6035040" y="3474720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UserSQL</a:t>
            </a:r>
            <a:endParaRPr lang="en-US" sz="800" dirty="0"/>
          </a:p>
        </p:txBody>
      </p:sp>
      <p:sp>
        <p:nvSpPr>
          <p:cNvPr id="139" name="Text 137"/>
          <p:cNvSpPr/>
          <p:nvPr/>
        </p:nvSpPr>
        <p:spPr>
          <a:xfrm>
            <a:off x="6080760" y="3685032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37415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PK Domain, Name</a:t>
            </a:r>
            <a:endParaRPr lang="en-US" sz="650" dirty="0"/>
          </a:p>
          <a:p>
            <a:pPr indent="0" marL="0">
              <a:buNone/>
            </a:pPr>
            <a:r>
              <a:rPr lang="en-US" sz="650" dirty="0">
                <a:solidFill>
                  <a:srgbClr val="37415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インポート後に実行するSQL</a:t>
            </a:r>
            <a:endParaRPr lang="en-US" sz="650" dirty="0"/>
          </a:p>
        </p:txBody>
      </p:sp>
      <p:sp>
        <p:nvSpPr>
          <p:cNvPr id="140" name="Text 138"/>
          <p:cNvSpPr/>
          <p:nvPr/>
        </p:nvSpPr>
        <p:spPr>
          <a:xfrm>
            <a:off x="1554480" y="1005840"/>
            <a:ext cx="91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650" dirty="0"/>
          </a:p>
        </p:txBody>
      </p:sp>
      <p:sp>
        <p:nvSpPr>
          <p:cNvPr id="141" name="Text 139"/>
          <p:cNvSpPr/>
          <p:nvPr/>
        </p:nvSpPr>
        <p:spPr>
          <a:xfrm>
            <a:off x="1463040" y="1005840"/>
            <a:ext cx="91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</a:t>
            </a:r>
            <a:endParaRPr lang="en-US" sz="650" dirty="0"/>
          </a:p>
        </p:txBody>
      </p:sp>
      <p:sp>
        <p:nvSpPr>
          <p:cNvPr id="142" name="Text 140"/>
          <p:cNvSpPr/>
          <p:nvPr/>
        </p:nvSpPr>
        <p:spPr>
          <a:xfrm>
            <a:off x="3017520" y="1874520"/>
            <a:ext cx="91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650" dirty="0"/>
          </a:p>
        </p:txBody>
      </p:sp>
      <p:sp>
        <p:nvSpPr>
          <p:cNvPr id="143" name="Text 141"/>
          <p:cNvSpPr/>
          <p:nvPr/>
        </p:nvSpPr>
        <p:spPr>
          <a:xfrm>
            <a:off x="2926080" y="1005840"/>
            <a:ext cx="91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</a:t>
            </a:r>
            <a:endParaRPr lang="en-US" sz="650" dirty="0"/>
          </a:p>
        </p:txBody>
      </p:sp>
      <p:sp>
        <p:nvSpPr>
          <p:cNvPr id="144" name="Text 142"/>
          <p:cNvSpPr/>
          <p:nvPr/>
        </p:nvSpPr>
        <p:spPr>
          <a:xfrm>
            <a:off x="3017520" y="1874520"/>
            <a:ext cx="91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650" dirty="0"/>
          </a:p>
        </p:txBody>
      </p:sp>
      <p:sp>
        <p:nvSpPr>
          <p:cNvPr id="145" name="Text 143"/>
          <p:cNvSpPr/>
          <p:nvPr/>
        </p:nvSpPr>
        <p:spPr>
          <a:xfrm>
            <a:off x="2926080" y="1874520"/>
            <a:ext cx="91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650" dirty="0"/>
          </a:p>
        </p:txBody>
      </p:sp>
      <p:sp>
        <p:nvSpPr>
          <p:cNvPr id="146" name="Text 144"/>
          <p:cNvSpPr/>
          <p:nvPr/>
        </p:nvSpPr>
        <p:spPr>
          <a:xfrm>
            <a:off x="3017520" y="1874520"/>
            <a:ext cx="91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650" dirty="0"/>
          </a:p>
        </p:txBody>
      </p:sp>
      <p:sp>
        <p:nvSpPr>
          <p:cNvPr id="147" name="Text 145"/>
          <p:cNvSpPr/>
          <p:nvPr/>
        </p:nvSpPr>
        <p:spPr>
          <a:xfrm>
            <a:off x="2926080" y="2743200"/>
            <a:ext cx="91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</a:t>
            </a:r>
            <a:endParaRPr lang="en-US" sz="650" dirty="0"/>
          </a:p>
        </p:txBody>
      </p:sp>
      <p:sp>
        <p:nvSpPr>
          <p:cNvPr id="148" name="Text 146"/>
          <p:cNvSpPr/>
          <p:nvPr/>
        </p:nvSpPr>
        <p:spPr>
          <a:xfrm>
            <a:off x="4389120" y="1874520"/>
            <a:ext cx="91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650" dirty="0"/>
          </a:p>
        </p:txBody>
      </p:sp>
      <p:sp>
        <p:nvSpPr>
          <p:cNvPr id="149" name="Text 147"/>
          <p:cNvSpPr/>
          <p:nvPr/>
        </p:nvSpPr>
        <p:spPr>
          <a:xfrm>
            <a:off x="4480560" y="1005840"/>
            <a:ext cx="91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</a:t>
            </a:r>
            <a:endParaRPr lang="en-US" sz="650" dirty="0"/>
          </a:p>
        </p:txBody>
      </p:sp>
      <p:sp>
        <p:nvSpPr>
          <p:cNvPr id="150" name="Text 148"/>
          <p:cNvSpPr/>
          <p:nvPr/>
        </p:nvSpPr>
        <p:spPr>
          <a:xfrm>
            <a:off x="4389120" y="1874520"/>
            <a:ext cx="91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650" dirty="0"/>
          </a:p>
        </p:txBody>
      </p:sp>
      <p:sp>
        <p:nvSpPr>
          <p:cNvPr id="151" name="Text 149"/>
          <p:cNvSpPr/>
          <p:nvPr/>
        </p:nvSpPr>
        <p:spPr>
          <a:xfrm>
            <a:off x="4480560" y="2743200"/>
            <a:ext cx="91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</a:t>
            </a:r>
            <a:endParaRPr lang="en-US" sz="650" dirty="0"/>
          </a:p>
        </p:txBody>
      </p:sp>
      <p:sp>
        <p:nvSpPr>
          <p:cNvPr id="152" name="Text 150"/>
          <p:cNvSpPr/>
          <p:nvPr/>
        </p:nvSpPr>
        <p:spPr>
          <a:xfrm>
            <a:off x="4389120" y="1874520"/>
            <a:ext cx="91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650" dirty="0"/>
          </a:p>
        </p:txBody>
      </p:sp>
      <p:sp>
        <p:nvSpPr>
          <p:cNvPr id="153" name="Text 151"/>
          <p:cNvSpPr/>
          <p:nvPr/>
        </p:nvSpPr>
        <p:spPr>
          <a:xfrm>
            <a:off x="5943600" y="1874520"/>
            <a:ext cx="91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</a:t>
            </a:r>
            <a:endParaRPr lang="en-US" sz="650" dirty="0"/>
          </a:p>
        </p:txBody>
      </p:sp>
      <p:sp>
        <p:nvSpPr>
          <p:cNvPr id="154" name="Text 152"/>
          <p:cNvSpPr/>
          <p:nvPr/>
        </p:nvSpPr>
        <p:spPr>
          <a:xfrm>
            <a:off x="5852160" y="1005840"/>
            <a:ext cx="91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650" dirty="0"/>
          </a:p>
        </p:txBody>
      </p:sp>
      <p:sp>
        <p:nvSpPr>
          <p:cNvPr id="155" name="Text 153"/>
          <p:cNvSpPr/>
          <p:nvPr/>
        </p:nvSpPr>
        <p:spPr>
          <a:xfrm>
            <a:off x="5943600" y="1005840"/>
            <a:ext cx="91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</a:t>
            </a:r>
            <a:endParaRPr lang="en-US" sz="650" dirty="0"/>
          </a:p>
        </p:txBody>
      </p:sp>
      <p:sp>
        <p:nvSpPr>
          <p:cNvPr id="156" name="Text 154"/>
          <p:cNvSpPr/>
          <p:nvPr/>
        </p:nvSpPr>
        <p:spPr>
          <a:xfrm>
            <a:off x="6720840" y="1591056"/>
            <a:ext cx="91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650" dirty="0"/>
          </a:p>
        </p:txBody>
      </p:sp>
      <p:sp>
        <p:nvSpPr>
          <p:cNvPr id="157" name="Text 155"/>
          <p:cNvSpPr/>
          <p:nvPr/>
        </p:nvSpPr>
        <p:spPr>
          <a:xfrm>
            <a:off x="6720840" y="1453896"/>
            <a:ext cx="91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</a:t>
            </a:r>
            <a:endParaRPr lang="en-US" sz="650" dirty="0"/>
          </a:p>
        </p:txBody>
      </p:sp>
      <p:sp>
        <p:nvSpPr>
          <p:cNvPr id="158" name="Text 156"/>
          <p:cNvSpPr/>
          <p:nvPr/>
        </p:nvSpPr>
        <p:spPr>
          <a:xfrm>
            <a:off x="5852160" y="2743200"/>
            <a:ext cx="91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650" dirty="0"/>
          </a:p>
        </p:txBody>
      </p:sp>
      <p:sp>
        <p:nvSpPr>
          <p:cNvPr id="159" name="Text 157"/>
          <p:cNvSpPr/>
          <p:nvPr/>
        </p:nvSpPr>
        <p:spPr>
          <a:xfrm>
            <a:off x="5943600" y="2743200"/>
            <a:ext cx="91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</a:t>
            </a:r>
            <a:endParaRPr lang="en-US" sz="650" dirty="0"/>
          </a:p>
        </p:txBody>
      </p:sp>
      <p:sp>
        <p:nvSpPr>
          <p:cNvPr id="160" name="Text 158"/>
          <p:cNvSpPr/>
          <p:nvPr/>
        </p:nvSpPr>
        <p:spPr>
          <a:xfrm>
            <a:off x="6720840" y="2322576"/>
            <a:ext cx="91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650" dirty="0"/>
          </a:p>
        </p:txBody>
      </p:sp>
      <p:sp>
        <p:nvSpPr>
          <p:cNvPr id="161" name="Text 159"/>
          <p:cNvSpPr/>
          <p:nvPr/>
        </p:nvSpPr>
        <p:spPr>
          <a:xfrm>
            <a:off x="6720840" y="2459736"/>
            <a:ext cx="91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</a:t>
            </a:r>
            <a:endParaRPr lang="en-US" sz="650" dirty="0"/>
          </a:p>
        </p:txBody>
      </p:sp>
      <p:sp>
        <p:nvSpPr>
          <p:cNvPr id="162" name="Text 160"/>
          <p:cNvSpPr/>
          <p:nvPr/>
        </p:nvSpPr>
        <p:spPr>
          <a:xfrm>
            <a:off x="7315200" y="1874520"/>
            <a:ext cx="91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650" dirty="0"/>
          </a:p>
        </p:txBody>
      </p:sp>
      <p:sp>
        <p:nvSpPr>
          <p:cNvPr id="163" name="Text 161"/>
          <p:cNvSpPr/>
          <p:nvPr/>
        </p:nvSpPr>
        <p:spPr>
          <a:xfrm>
            <a:off x="7406640" y="1005840"/>
            <a:ext cx="91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</a:t>
            </a:r>
            <a:endParaRPr lang="en-US" sz="650" dirty="0"/>
          </a:p>
        </p:txBody>
      </p:sp>
      <p:sp>
        <p:nvSpPr>
          <p:cNvPr id="164" name="Text 162"/>
          <p:cNvSpPr/>
          <p:nvPr/>
        </p:nvSpPr>
        <p:spPr>
          <a:xfrm>
            <a:off x="7315200" y="1874520"/>
            <a:ext cx="91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650" dirty="0"/>
          </a:p>
        </p:txBody>
      </p:sp>
      <p:sp>
        <p:nvSpPr>
          <p:cNvPr id="165" name="Text 163"/>
          <p:cNvSpPr/>
          <p:nvPr/>
        </p:nvSpPr>
        <p:spPr>
          <a:xfrm>
            <a:off x="7406640" y="1874520"/>
            <a:ext cx="91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650" dirty="0"/>
          </a:p>
        </p:txBody>
      </p:sp>
      <p:sp>
        <p:nvSpPr>
          <p:cNvPr id="166" name="Text 164"/>
          <p:cNvSpPr/>
          <p:nvPr/>
        </p:nvSpPr>
        <p:spPr>
          <a:xfrm>
            <a:off x="8183880" y="2322576"/>
            <a:ext cx="91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650" dirty="0"/>
          </a:p>
        </p:txBody>
      </p:sp>
      <p:sp>
        <p:nvSpPr>
          <p:cNvPr id="167" name="Text 165"/>
          <p:cNvSpPr/>
          <p:nvPr/>
        </p:nvSpPr>
        <p:spPr>
          <a:xfrm>
            <a:off x="8183880" y="2459736"/>
            <a:ext cx="91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</a:t>
            </a:r>
            <a:endParaRPr lang="en-US" sz="650" dirty="0"/>
          </a:p>
        </p:txBody>
      </p:sp>
      <p:sp>
        <p:nvSpPr>
          <p:cNvPr id="168" name="Text 166"/>
          <p:cNvSpPr/>
          <p:nvPr/>
        </p:nvSpPr>
        <p:spPr>
          <a:xfrm>
            <a:off x="8183880" y="3191256"/>
            <a:ext cx="91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650" dirty="0"/>
          </a:p>
        </p:txBody>
      </p:sp>
      <p:sp>
        <p:nvSpPr>
          <p:cNvPr id="169" name="Text 167"/>
          <p:cNvSpPr/>
          <p:nvPr/>
        </p:nvSpPr>
        <p:spPr>
          <a:xfrm>
            <a:off x="8183880" y="3328416"/>
            <a:ext cx="91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</a:t>
            </a:r>
            <a:endParaRPr lang="en-US" sz="650" dirty="0"/>
          </a:p>
        </p:txBody>
      </p:sp>
      <p:sp>
        <p:nvSpPr>
          <p:cNvPr id="170" name="Text 168"/>
          <p:cNvSpPr/>
          <p:nvPr/>
        </p:nvSpPr>
        <p:spPr>
          <a:xfrm>
            <a:off x="868680" y="2322576"/>
            <a:ext cx="91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650" dirty="0"/>
          </a:p>
        </p:txBody>
      </p:sp>
      <p:sp>
        <p:nvSpPr>
          <p:cNvPr id="171" name="Text 169"/>
          <p:cNvSpPr/>
          <p:nvPr/>
        </p:nvSpPr>
        <p:spPr>
          <a:xfrm>
            <a:off x="868680" y="2459736"/>
            <a:ext cx="91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</a:t>
            </a:r>
            <a:endParaRPr lang="en-US" sz="650" dirty="0"/>
          </a:p>
        </p:txBody>
      </p:sp>
      <p:sp>
        <p:nvSpPr>
          <p:cNvPr id="172" name="Text 170"/>
          <p:cNvSpPr/>
          <p:nvPr/>
        </p:nvSpPr>
        <p:spPr>
          <a:xfrm>
            <a:off x="4389120" y="2743200"/>
            <a:ext cx="91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650" dirty="0"/>
          </a:p>
        </p:txBody>
      </p:sp>
      <p:sp>
        <p:nvSpPr>
          <p:cNvPr id="173" name="Text 171"/>
          <p:cNvSpPr/>
          <p:nvPr/>
        </p:nvSpPr>
        <p:spPr>
          <a:xfrm>
            <a:off x="5943600" y="1965960"/>
            <a:ext cx="91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</a:t>
            </a:r>
            <a:endParaRPr lang="en-US" sz="650" dirty="0"/>
          </a:p>
        </p:txBody>
      </p:sp>
      <p:sp>
        <p:nvSpPr>
          <p:cNvPr id="174" name="Text 172"/>
          <p:cNvSpPr/>
          <p:nvPr/>
        </p:nvSpPr>
        <p:spPr>
          <a:xfrm>
            <a:off x="5852160" y="3611880"/>
            <a:ext cx="91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650" dirty="0"/>
          </a:p>
        </p:txBody>
      </p:sp>
      <p:sp>
        <p:nvSpPr>
          <p:cNvPr id="175" name="Text 173"/>
          <p:cNvSpPr/>
          <p:nvPr/>
        </p:nvSpPr>
        <p:spPr>
          <a:xfrm>
            <a:off x="5943600" y="2029968"/>
            <a:ext cx="91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</a:t>
            </a:r>
            <a:endParaRPr lang="en-US" sz="650" dirty="0"/>
          </a:p>
        </p:txBody>
      </p:sp>
      <p:sp>
        <p:nvSpPr>
          <p:cNvPr id="176" name="Text 174"/>
          <p:cNvSpPr/>
          <p:nvPr/>
        </p:nvSpPr>
        <p:spPr>
          <a:xfrm>
            <a:off x="4389120" y="3611880"/>
            <a:ext cx="91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650" dirty="0"/>
          </a:p>
        </p:txBody>
      </p:sp>
      <p:sp>
        <p:nvSpPr>
          <p:cNvPr id="177" name="Text 175"/>
          <p:cNvSpPr/>
          <p:nvPr/>
        </p:nvSpPr>
        <p:spPr>
          <a:xfrm>
            <a:off x="5943600" y="2093976"/>
            <a:ext cx="91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</a:t>
            </a:r>
            <a:endParaRPr lang="en-US" sz="650" dirty="0"/>
          </a:p>
        </p:txBody>
      </p:sp>
      <p:sp>
        <p:nvSpPr>
          <p:cNvPr id="178" name="Text 176"/>
          <p:cNvSpPr/>
          <p:nvPr/>
        </p:nvSpPr>
        <p:spPr>
          <a:xfrm>
            <a:off x="3794760" y="3328416"/>
            <a:ext cx="91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650" dirty="0"/>
          </a:p>
        </p:txBody>
      </p:sp>
      <p:sp>
        <p:nvSpPr>
          <p:cNvPr id="179" name="Text 177"/>
          <p:cNvSpPr/>
          <p:nvPr/>
        </p:nvSpPr>
        <p:spPr>
          <a:xfrm>
            <a:off x="3794760" y="3191256"/>
            <a:ext cx="91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</a:t>
            </a:r>
            <a:endParaRPr lang="en-US" sz="650" dirty="0"/>
          </a:p>
        </p:txBody>
      </p:sp>
      <p:sp>
        <p:nvSpPr>
          <p:cNvPr id="180" name="Text 178"/>
          <p:cNvSpPr/>
          <p:nvPr/>
        </p:nvSpPr>
        <p:spPr>
          <a:xfrm>
            <a:off x="4389120" y="3611880"/>
            <a:ext cx="91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650" dirty="0"/>
          </a:p>
        </p:txBody>
      </p:sp>
      <p:sp>
        <p:nvSpPr>
          <p:cNvPr id="181" name="Text 179"/>
          <p:cNvSpPr/>
          <p:nvPr/>
        </p:nvSpPr>
        <p:spPr>
          <a:xfrm>
            <a:off x="4480560" y="3703320"/>
            <a:ext cx="91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</a:t>
            </a:r>
            <a:endParaRPr lang="en-US" sz="650" dirty="0"/>
          </a:p>
        </p:txBody>
      </p:sp>
      <p:sp>
        <p:nvSpPr>
          <p:cNvPr id="182" name="Text 180"/>
          <p:cNvSpPr/>
          <p:nvPr/>
        </p:nvSpPr>
        <p:spPr>
          <a:xfrm>
            <a:off x="1554480" y="3611880"/>
            <a:ext cx="91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650" dirty="0"/>
          </a:p>
        </p:txBody>
      </p:sp>
      <p:sp>
        <p:nvSpPr>
          <p:cNvPr id="183" name="Text 181"/>
          <p:cNvSpPr/>
          <p:nvPr/>
        </p:nvSpPr>
        <p:spPr>
          <a:xfrm>
            <a:off x="1463040" y="3703320"/>
            <a:ext cx="91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</a:t>
            </a:r>
            <a:endParaRPr lang="en-US" sz="650" dirty="0"/>
          </a:p>
        </p:txBody>
      </p:sp>
      <p:sp>
        <p:nvSpPr>
          <p:cNvPr id="184" name="Text 182"/>
          <p:cNvSpPr/>
          <p:nvPr/>
        </p:nvSpPr>
        <p:spPr>
          <a:xfrm>
            <a:off x="274320" y="4617720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凡例: 1 = 親側、N = 子側（1対多）。橙の破線 = 子の PK が親の Id を兼ねる 1対1。青の点線 = FK 制約が無く、列名（KyousoubaId・KishuId・KyuushaId・KishuShozokuKyuushaId・Domain）から推定した関連。Code は各テーブルのコード列（例: KishuTouzaiBetsu）の値を定義するが列ごとの制約は無く、UserSQL は Domain（処理名）で呼ばれるSQLの置き場で、テーブルとの関連は無い。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109728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KeibaDataImporter ER図（論理）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274320" y="475488"/>
            <a:ext cx="8595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B556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SQLite（keiba.sqlite）/ TypeORM / 34エンティティ。外部キー制約は無く、*Id 列と Id 共有による論理的な関連を図示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708660" y="1097280"/>
            <a:ext cx="0" cy="182880"/>
          </a:xfrm>
          <a:prstGeom prst="line">
            <a:avLst/>
          </a:prstGeom>
          <a:noFill/>
          <a:ln w="12700">
            <a:solidFill>
              <a:srgbClr val="B45309"/>
            </a:solidFill>
            <a:prstDash val="dash"/>
          </a:ln>
        </p:spPr>
      </p:sp>
      <p:sp>
        <p:nvSpPr>
          <p:cNvPr id="5" name="Shape 3"/>
          <p:cNvSpPr/>
          <p:nvPr/>
        </p:nvSpPr>
        <p:spPr>
          <a:xfrm>
            <a:off x="1234440" y="960120"/>
            <a:ext cx="32004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266444" y="960120"/>
            <a:ext cx="0" cy="160020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66444" y="2560320"/>
            <a:ext cx="160020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234440" y="1874520"/>
            <a:ext cx="64008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298448" y="1874520"/>
            <a:ext cx="0" cy="68580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298448" y="2560320"/>
            <a:ext cx="128016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30452" y="2560320"/>
            <a:ext cx="96012" cy="0"/>
          </a:xfrm>
          <a:prstGeom prst="line">
            <a:avLst/>
          </a:prstGeom>
          <a:noFill/>
          <a:ln w="12700">
            <a:solidFill>
              <a:srgbClr val="B45309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1330452" y="2331720"/>
            <a:ext cx="0" cy="228600"/>
          </a:xfrm>
          <a:prstGeom prst="line">
            <a:avLst/>
          </a:prstGeom>
          <a:noFill/>
          <a:ln w="12700">
            <a:solidFill>
              <a:srgbClr val="B45309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1234440" y="2331720"/>
            <a:ext cx="96012" cy="0"/>
          </a:xfrm>
          <a:prstGeom prst="line">
            <a:avLst/>
          </a:prstGeom>
          <a:noFill/>
          <a:ln w="12700">
            <a:solidFill>
              <a:srgbClr val="B45309"/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>
            <a:off x="1330452" y="2560320"/>
            <a:ext cx="96012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330452" y="2560320"/>
            <a:ext cx="0" cy="22860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234440" y="2788920"/>
            <a:ext cx="96012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330452" y="2560320"/>
            <a:ext cx="96012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330452" y="2560320"/>
            <a:ext cx="0" cy="68580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234440" y="3246120"/>
            <a:ext cx="96012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330452" y="2560320"/>
            <a:ext cx="96012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330452" y="2560320"/>
            <a:ext cx="0" cy="114300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234440" y="3703320"/>
            <a:ext cx="96012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08660" y="3840480"/>
            <a:ext cx="0" cy="18288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952244" y="2697480"/>
            <a:ext cx="0" cy="41148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478024" y="2560320"/>
            <a:ext cx="32004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510028" y="1874520"/>
            <a:ext cx="0" cy="68580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510028" y="1874520"/>
            <a:ext cx="160020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478024" y="2560320"/>
            <a:ext cx="32004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510028" y="2560320"/>
            <a:ext cx="0" cy="68580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510028" y="3246120"/>
            <a:ext cx="160020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478024" y="2560320"/>
            <a:ext cx="32004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510028" y="2560320"/>
            <a:ext cx="1403604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721608" y="1874520"/>
            <a:ext cx="32004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753612" y="1417320"/>
            <a:ext cx="0" cy="45720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753612" y="1417320"/>
            <a:ext cx="1403604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965192" y="2560320"/>
            <a:ext cx="32004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997196" y="1417320"/>
            <a:ext cx="0" cy="114300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997196" y="1417320"/>
            <a:ext cx="160020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721608" y="3246120"/>
            <a:ext cx="64008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785616" y="3246120"/>
            <a:ext cx="0" cy="91440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785616" y="4160520"/>
            <a:ext cx="1371600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965192" y="2560320"/>
            <a:ext cx="32004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997196" y="2560320"/>
            <a:ext cx="0" cy="160020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997196" y="4160520"/>
            <a:ext cx="160020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4965192" y="2560320"/>
            <a:ext cx="32004" cy="0"/>
          </a:xfrm>
          <a:prstGeom prst="line">
            <a:avLst/>
          </a:prstGeom>
          <a:noFill/>
          <a:ln w="12700">
            <a:solidFill>
              <a:srgbClr val="B45309"/>
            </a:solidFill>
            <a:prstDash val="dash"/>
          </a:ln>
        </p:spPr>
      </p:sp>
      <p:sp>
        <p:nvSpPr>
          <p:cNvPr id="46" name="Shape 44"/>
          <p:cNvSpPr/>
          <p:nvPr/>
        </p:nvSpPr>
        <p:spPr>
          <a:xfrm>
            <a:off x="4997196" y="1874520"/>
            <a:ext cx="0" cy="685800"/>
          </a:xfrm>
          <a:prstGeom prst="line">
            <a:avLst/>
          </a:prstGeom>
          <a:noFill/>
          <a:ln w="12700">
            <a:solidFill>
              <a:srgbClr val="B45309"/>
            </a:solidFill>
            <a:prstDash val="dash"/>
          </a:ln>
        </p:spPr>
      </p:sp>
      <p:sp>
        <p:nvSpPr>
          <p:cNvPr id="47" name="Shape 45"/>
          <p:cNvSpPr/>
          <p:nvPr/>
        </p:nvSpPr>
        <p:spPr>
          <a:xfrm>
            <a:off x="4997196" y="1874520"/>
            <a:ext cx="160020" cy="0"/>
          </a:xfrm>
          <a:prstGeom prst="line">
            <a:avLst/>
          </a:prstGeom>
          <a:noFill/>
          <a:ln w="12700">
            <a:solidFill>
              <a:srgbClr val="B45309"/>
            </a:solidFill>
            <a:prstDash val="dash"/>
          </a:ln>
        </p:spPr>
      </p:sp>
      <p:sp>
        <p:nvSpPr>
          <p:cNvPr id="48" name="Shape 46"/>
          <p:cNvSpPr/>
          <p:nvPr/>
        </p:nvSpPr>
        <p:spPr>
          <a:xfrm>
            <a:off x="4965192" y="2560320"/>
            <a:ext cx="32004" cy="0"/>
          </a:xfrm>
          <a:prstGeom prst="line">
            <a:avLst/>
          </a:prstGeom>
          <a:noFill/>
          <a:ln w="12700">
            <a:solidFill>
              <a:srgbClr val="B45309"/>
            </a:solidFill>
            <a:prstDash val="dash"/>
          </a:ln>
        </p:spPr>
      </p:sp>
      <p:sp>
        <p:nvSpPr>
          <p:cNvPr id="49" name="Shape 47"/>
          <p:cNvSpPr/>
          <p:nvPr/>
        </p:nvSpPr>
        <p:spPr>
          <a:xfrm>
            <a:off x="4997196" y="2331720"/>
            <a:ext cx="0" cy="228600"/>
          </a:xfrm>
          <a:prstGeom prst="line">
            <a:avLst/>
          </a:prstGeom>
          <a:noFill/>
          <a:ln w="12700">
            <a:solidFill>
              <a:srgbClr val="B45309"/>
            </a:solidFill>
            <a:prstDash val="dash"/>
          </a:ln>
        </p:spPr>
      </p:sp>
      <p:sp>
        <p:nvSpPr>
          <p:cNvPr id="50" name="Shape 48"/>
          <p:cNvSpPr/>
          <p:nvPr/>
        </p:nvSpPr>
        <p:spPr>
          <a:xfrm>
            <a:off x="4997196" y="2331720"/>
            <a:ext cx="160020" cy="0"/>
          </a:xfrm>
          <a:prstGeom prst="line">
            <a:avLst/>
          </a:prstGeom>
          <a:noFill/>
          <a:ln w="12700">
            <a:solidFill>
              <a:srgbClr val="B45309"/>
            </a:solidFill>
            <a:prstDash val="dash"/>
          </a:ln>
        </p:spPr>
      </p:sp>
      <p:sp>
        <p:nvSpPr>
          <p:cNvPr id="51" name="Shape 49"/>
          <p:cNvSpPr/>
          <p:nvPr/>
        </p:nvSpPr>
        <p:spPr>
          <a:xfrm>
            <a:off x="4965192" y="2560320"/>
            <a:ext cx="32004" cy="0"/>
          </a:xfrm>
          <a:prstGeom prst="line">
            <a:avLst/>
          </a:prstGeom>
          <a:noFill/>
          <a:ln w="12700">
            <a:solidFill>
              <a:srgbClr val="B45309"/>
            </a:solidFill>
            <a:prstDash val="dash"/>
          </a:ln>
        </p:spPr>
      </p:sp>
      <p:sp>
        <p:nvSpPr>
          <p:cNvPr id="52" name="Shape 50"/>
          <p:cNvSpPr/>
          <p:nvPr/>
        </p:nvSpPr>
        <p:spPr>
          <a:xfrm>
            <a:off x="4997196" y="2560320"/>
            <a:ext cx="0" cy="228600"/>
          </a:xfrm>
          <a:prstGeom prst="line">
            <a:avLst/>
          </a:prstGeom>
          <a:noFill/>
          <a:ln w="12700">
            <a:solidFill>
              <a:srgbClr val="B45309"/>
            </a:solidFill>
            <a:prstDash val="dash"/>
          </a:ln>
        </p:spPr>
      </p:sp>
      <p:sp>
        <p:nvSpPr>
          <p:cNvPr id="53" name="Shape 51"/>
          <p:cNvSpPr/>
          <p:nvPr/>
        </p:nvSpPr>
        <p:spPr>
          <a:xfrm>
            <a:off x="4997196" y="2788920"/>
            <a:ext cx="160020" cy="0"/>
          </a:xfrm>
          <a:prstGeom prst="line">
            <a:avLst/>
          </a:prstGeom>
          <a:noFill/>
          <a:ln w="12700">
            <a:solidFill>
              <a:srgbClr val="B45309"/>
            </a:solidFill>
            <a:prstDash val="dash"/>
          </a:ln>
        </p:spPr>
      </p:sp>
      <p:sp>
        <p:nvSpPr>
          <p:cNvPr id="54" name="Shape 52"/>
          <p:cNvSpPr/>
          <p:nvPr/>
        </p:nvSpPr>
        <p:spPr>
          <a:xfrm>
            <a:off x="4965192" y="2560320"/>
            <a:ext cx="32004" cy="0"/>
          </a:xfrm>
          <a:prstGeom prst="line">
            <a:avLst/>
          </a:prstGeom>
          <a:noFill/>
          <a:ln w="12700">
            <a:solidFill>
              <a:srgbClr val="B45309"/>
            </a:solidFill>
            <a:prstDash val="dash"/>
          </a:ln>
        </p:spPr>
      </p:sp>
      <p:sp>
        <p:nvSpPr>
          <p:cNvPr id="55" name="Shape 53"/>
          <p:cNvSpPr/>
          <p:nvPr/>
        </p:nvSpPr>
        <p:spPr>
          <a:xfrm>
            <a:off x="4997196" y="2560320"/>
            <a:ext cx="0" cy="685800"/>
          </a:xfrm>
          <a:prstGeom prst="line">
            <a:avLst/>
          </a:prstGeom>
          <a:noFill/>
          <a:ln w="12700">
            <a:solidFill>
              <a:srgbClr val="B45309"/>
            </a:solidFill>
            <a:prstDash val="dash"/>
          </a:ln>
        </p:spPr>
      </p:sp>
      <p:sp>
        <p:nvSpPr>
          <p:cNvPr id="56" name="Shape 54"/>
          <p:cNvSpPr/>
          <p:nvPr/>
        </p:nvSpPr>
        <p:spPr>
          <a:xfrm>
            <a:off x="4997196" y="3246120"/>
            <a:ext cx="160020" cy="0"/>
          </a:xfrm>
          <a:prstGeom prst="line">
            <a:avLst/>
          </a:prstGeom>
          <a:noFill/>
          <a:ln w="12700">
            <a:solidFill>
              <a:srgbClr val="B45309"/>
            </a:solidFill>
            <a:prstDash val="dash"/>
          </a:ln>
        </p:spPr>
      </p:sp>
      <p:sp>
        <p:nvSpPr>
          <p:cNvPr id="57" name="Shape 55"/>
          <p:cNvSpPr/>
          <p:nvPr/>
        </p:nvSpPr>
        <p:spPr>
          <a:xfrm>
            <a:off x="4965192" y="2560320"/>
            <a:ext cx="32004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4997196" y="2560320"/>
            <a:ext cx="0" cy="114300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997196" y="3703320"/>
            <a:ext cx="160020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965192" y="2560320"/>
            <a:ext cx="32004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4997196" y="960120"/>
            <a:ext cx="0" cy="160020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4997196" y="960120"/>
            <a:ext cx="160020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4439412" y="2697480"/>
            <a:ext cx="0" cy="86868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3721608" y="3703320"/>
            <a:ext cx="96012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3817620" y="3703320"/>
            <a:ext cx="96012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2542032" y="3703320"/>
            <a:ext cx="128016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2478024" y="3703320"/>
            <a:ext cx="64008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6240780" y="2331720"/>
            <a:ext cx="160020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6208776" y="2331720"/>
            <a:ext cx="32004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4439412" y="1097280"/>
            <a:ext cx="0" cy="132588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3721608" y="4160520"/>
            <a:ext cx="128016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3849624" y="2560320"/>
            <a:ext cx="0" cy="160020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3849624" y="2560320"/>
            <a:ext cx="64008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3721608" y="960120"/>
            <a:ext cx="160020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3881628" y="960120"/>
            <a:ext cx="0" cy="160020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3881628" y="2560320"/>
            <a:ext cx="32004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3721608" y="1417320"/>
            <a:ext cx="192024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3913632" y="960120"/>
            <a:ext cx="0" cy="45720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3721608" y="960120"/>
            <a:ext cx="160020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3881628" y="960120"/>
            <a:ext cx="32004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2574036" y="1417320"/>
            <a:ext cx="96012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2478024" y="1417320"/>
            <a:ext cx="96012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1952244" y="1554480"/>
            <a:ext cx="0" cy="18288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2606040" y="4160520"/>
            <a:ext cx="64008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2478024" y="4160520"/>
            <a:ext cx="128016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2638044" y="960120"/>
            <a:ext cx="32004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2478024" y="960120"/>
            <a:ext cx="160020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182880" y="822960"/>
            <a:ext cx="105156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7F600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182880" y="822960"/>
            <a:ext cx="1051560" cy="201168"/>
          </a:xfrm>
          <a:prstGeom prst="rect">
            <a:avLst/>
          </a:prstGeom>
          <a:solidFill>
            <a:srgbClr val="7F6000"/>
          </a:solidFill>
          <a:ln w="12700">
            <a:solidFill>
              <a:srgbClr val="7F6000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182880" y="822960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Kaisai</a:t>
            </a:r>
            <a:endParaRPr lang="en-US" sz="800" dirty="0"/>
          </a:p>
        </p:txBody>
      </p:sp>
      <p:sp>
        <p:nvSpPr>
          <p:cNvPr id="91" name="Shape 89"/>
          <p:cNvSpPr/>
          <p:nvPr/>
        </p:nvSpPr>
        <p:spPr>
          <a:xfrm>
            <a:off x="182880" y="1280160"/>
            <a:ext cx="105156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7F600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182880" y="1280160"/>
            <a:ext cx="1051560" cy="201168"/>
          </a:xfrm>
          <a:prstGeom prst="rect">
            <a:avLst/>
          </a:prstGeom>
          <a:solidFill>
            <a:srgbClr val="7F6000"/>
          </a:solidFill>
          <a:ln w="12700">
            <a:solidFill>
              <a:srgbClr val="7F6000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182880" y="1280160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KaisaiYosou</a:t>
            </a:r>
            <a:endParaRPr lang="en-US" sz="800" dirty="0"/>
          </a:p>
        </p:txBody>
      </p:sp>
      <p:sp>
        <p:nvSpPr>
          <p:cNvPr id="94" name="Shape 92"/>
          <p:cNvSpPr/>
          <p:nvPr/>
        </p:nvSpPr>
        <p:spPr>
          <a:xfrm>
            <a:off x="182880" y="1737360"/>
            <a:ext cx="105156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1F4E79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182880" y="1737360"/>
            <a:ext cx="1051560" cy="201168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182880" y="1737360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Record</a:t>
            </a:r>
            <a:endParaRPr lang="en-US" sz="800" dirty="0"/>
          </a:p>
        </p:txBody>
      </p:sp>
      <p:sp>
        <p:nvSpPr>
          <p:cNvPr id="97" name="Shape 95"/>
          <p:cNvSpPr/>
          <p:nvPr/>
        </p:nvSpPr>
        <p:spPr>
          <a:xfrm>
            <a:off x="182880" y="2194560"/>
            <a:ext cx="105156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1F4E79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182880" y="2194560"/>
            <a:ext cx="1051560" cy="201168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182880" y="2194560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RaceSeiseki</a:t>
            </a:r>
            <a:endParaRPr lang="en-US" sz="800" dirty="0"/>
          </a:p>
        </p:txBody>
      </p:sp>
      <p:sp>
        <p:nvSpPr>
          <p:cNvPr id="100" name="Shape 98"/>
          <p:cNvSpPr/>
          <p:nvPr/>
        </p:nvSpPr>
        <p:spPr>
          <a:xfrm>
            <a:off x="182880" y="2651760"/>
            <a:ext cx="105156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1F4E79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182880" y="2651760"/>
            <a:ext cx="1051560" cy="201168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182880" y="2651760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RaceTrackBias</a:t>
            </a:r>
            <a:endParaRPr lang="en-US" sz="800" dirty="0"/>
          </a:p>
        </p:txBody>
      </p:sp>
      <p:sp>
        <p:nvSpPr>
          <p:cNvPr id="103" name="Shape 101"/>
          <p:cNvSpPr/>
          <p:nvPr/>
        </p:nvSpPr>
        <p:spPr>
          <a:xfrm>
            <a:off x="182880" y="3108960"/>
            <a:ext cx="105156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7F600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182880" y="3108960"/>
            <a:ext cx="1051560" cy="201168"/>
          </a:xfrm>
          <a:prstGeom prst="rect">
            <a:avLst/>
          </a:prstGeom>
          <a:solidFill>
            <a:srgbClr val="7F6000"/>
          </a:solidFill>
          <a:ln w="12700">
            <a:solidFill>
              <a:srgbClr val="7F6000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182880" y="3108960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OddsHaitou</a:t>
            </a:r>
            <a:endParaRPr lang="en-US" sz="800" dirty="0"/>
          </a:p>
        </p:txBody>
      </p:sp>
      <p:sp>
        <p:nvSpPr>
          <p:cNvPr id="106" name="Shape 104"/>
          <p:cNvSpPr/>
          <p:nvPr/>
        </p:nvSpPr>
        <p:spPr>
          <a:xfrm>
            <a:off x="182880" y="3566160"/>
            <a:ext cx="105156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1F4E79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182880" y="3566160"/>
            <a:ext cx="1051560" cy="201168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182880" y="3566160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RaceMei</a:t>
            </a:r>
            <a:endParaRPr lang="en-US" sz="800" dirty="0"/>
          </a:p>
        </p:txBody>
      </p:sp>
      <p:sp>
        <p:nvSpPr>
          <p:cNvPr id="109" name="Shape 107"/>
          <p:cNvSpPr/>
          <p:nvPr/>
        </p:nvSpPr>
        <p:spPr>
          <a:xfrm>
            <a:off x="182880" y="4023360"/>
            <a:ext cx="105156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1F4E79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182880" y="4023360"/>
            <a:ext cx="1051560" cy="201168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182880" y="4023360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TokubetsuMei</a:t>
            </a:r>
            <a:endParaRPr lang="en-US" sz="800" dirty="0"/>
          </a:p>
        </p:txBody>
      </p:sp>
      <p:sp>
        <p:nvSpPr>
          <p:cNvPr id="112" name="Shape 110"/>
          <p:cNvSpPr/>
          <p:nvPr/>
        </p:nvSpPr>
        <p:spPr>
          <a:xfrm>
            <a:off x="1426464" y="822960"/>
            <a:ext cx="105156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5B2C83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1426464" y="822960"/>
            <a:ext cx="1051560" cy="201168"/>
          </a:xfrm>
          <a:prstGeom prst="rect">
            <a:avLst/>
          </a:prstGeom>
          <a:solidFill>
            <a:srgbClr val="5B2C83"/>
          </a:solidFill>
          <a:ln w="12700">
            <a:solidFill>
              <a:srgbClr val="5B2C83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1426464" y="822960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ChoukyoushiMei</a:t>
            </a:r>
            <a:endParaRPr lang="en-US" sz="800" dirty="0"/>
          </a:p>
        </p:txBody>
      </p:sp>
      <p:sp>
        <p:nvSpPr>
          <p:cNvPr id="115" name="Shape 113"/>
          <p:cNvSpPr/>
          <p:nvPr/>
        </p:nvSpPr>
        <p:spPr>
          <a:xfrm>
            <a:off x="1426464" y="1280160"/>
            <a:ext cx="105156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833C0B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1426464" y="1280160"/>
            <a:ext cx="1051560" cy="201168"/>
          </a:xfrm>
          <a:prstGeom prst="rect">
            <a:avLst/>
          </a:prstGeom>
          <a:solidFill>
            <a:srgbClr val="833C0B"/>
          </a:solidFill>
          <a:ln w="12700">
            <a:solidFill>
              <a:srgbClr val="833C0B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1426464" y="1280160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Choukyou</a:t>
            </a:r>
            <a:endParaRPr lang="en-US" sz="800" dirty="0"/>
          </a:p>
        </p:txBody>
      </p:sp>
      <p:sp>
        <p:nvSpPr>
          <p:cNvPr id="118" name="Shape 116"/>
          <p:cNvSpPr/>
          <p:nvPr/>
        </p:nvSpPr>
        <p:spPr>
          <a:xfrm>
            <a:off x="1426464" y="1737360"/>
            <a:ext cx="105156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833C0B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1426464" y="1737360"/>
            <a:ext cx="1051560" cy="201168"/>
          </a:xfrm>
          <a:prstGeom prst="rect">
            <a:avLst/>
          </a:prstGeom>
          <a:solidFill>
            <a:srgbClr val="833C0B"/>
          </a:solidFill>
          <a:ln w="12700">
            <a:solidFill>
              <a:srgbClr val="833C0B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1426464" y="1737360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ChoukyouTime</a:t>
            </a:r>
            <a:endParaRPr lang="en-US" sz="800" dirty="0"/>
          </a:p>
        </p:txBody>
      </p:sp>
      <p:sp>
        <p:nvSpPr>
          <p:cNvPr id="121" name="Shape 119"/>
          <p:cNvSpPr/>
          <p:nvPr/>
        </p:nvSpPr>
        <p:spPr>
          <a:xfrm>
            <a:off x="1426464" y="2423160"/>
            <a:ext cx="105156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1F4E79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1426464" y="2423160"/>
            <a:ext cx="1051560" cy="201168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</p:sp>
      <p:sp>
        <p:nvSpPr>
          <p:cNvPr id="123" name="Text 121"/>
          <p:cNvSpPr/>
          <p:nvPr/>
        </p:nvSpPr>
        <p:spPr>
          <a:xfrm>
            <a:off x="1426464" y="2423160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Race</a:t>
            </a:r>
            <a:endParaRPr lang="en-US" sz="800" dirty="0"/>
          </a:p>
        </p:txBody>
      </p:sp>
      <p:sp>
        <p:nvSpPr>
          <p:cNvPr id="124" name="Shape 122"/>
          <p:cNvSpPr/>
          <p:nvPr/>
        </p:nvSpPr>
        <p:spPr>
          <a:xfrm>
            <a:off x="1426464" y="3108960"/>
            <a:ext cx="105156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1F4E79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1426464" y="3108960"/>
            <a:ext cx="1051560" cy="201168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1426464" y="3108960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RaceLapTime</a:t>
            </a:r>
            <a:endParaRPr lang="en-US" sz="800" dirty="0"/>
          </a:p>
        </p:txBody>
      </p:sp>
      <p:sp>
        <p:nvSpPr>
          <p:cNvPr id="127" name="Shape 125"/>
          <p:cNvSpPr/>
          <p:nvPr/>
        </p:nvSpPr>
        <p:spPr>
          <a:xfrm>
            <a:off x="1426464" y="3566160"/>
            <a:ext cx="105156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5B2C83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1426464" y="3566160"/>
            <a:ext cx="1051560" cy="201168"/>
          </a:xfrm>
          <a:prstGeom prst="rect">
            <a:avLst/>
          </a:prstGeom>
          <a:solidFill>
            <a:srgbClr val="5B2C83"/>
          </a:solidFill>
          <a:ln w="12700">
            <a:solidFill>
              <a:srgbClr val="5B2C83"/>
            </a:solidFill>
            <a:prstDash val="solid"/>
          </a:ln>
        </p:spPr>
      </p:sp>
      <p:sp>
        <p:nvSpPr>
          <p:cNvPr id="129" name="Text 127"/>
          <p:cNvSpPr/>
          <p:nvPr/>
        </p:nvSpPr>
        <p:spPr>
          <a:xfrm>
            <a:off x="1426464" y="3566160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Seisansha</a:t>
            </a:r>
            <a:endParaRPr lang="en-US" sz="800" dirty="0"/>
          </a:p>
        </p:txBody>
      </p:sp>
      <p:sp>
        <p:nvSpPr>
          <p:cNvPr id="130" name="Shape 128"/>
          <p:cNvSpPr/>
          <p:nvPr/>
        </p:nvSpPr>
        <p:spPr>
          <a:xfrm>
            <a:off x="1426464" y="4023360"/>
            <a:ext cx="105156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5B2C83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1426464" y="4023360"/>
            <a:ext cx="1051560" cy="201168"/>
          </a:xfrm>
          <a:prstGeom prst="rect">
            <a:avLst/>
          </a:prstGeom>
          <a:solidFill>
            <a:srgbClr val="5B2C83"/>
          </a:solidFill>
          <a:ln w="12700">
            <a:solidFill>
              <a:srgbClr val="5B2C83"/>
            </a:solidFill>
            <a:prstDash val="solid"/>
          </a:ln>
        </p:spPr>
      </p:sp>
      <p:sp>
        <p:nvSpPr>
          <p:cNvPr id="132" name="Text 130"/>
          <p:cNvSpPr/>
          <p:nvPr/>
        </p:nvSpPr>
        <p:spPr>
          <a:xfrm>
            <a:off x="1426464" y="4023360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KishuMei</a:t>
            </a:r>
            <a:endParaRPr lang="en-US" sz="800" dirty="0"/>
          </a:p>
        </p:txBody>
      </p:sp>
      <p:sp>
        <p:nvSpPr>
          <p:cNvPr id="133" name="Shape 131"/>
          <p:cNvSpPr/>
          <p:nvPr/>
        </p:nvSpPr>
        <p:spPr>
          <a:xfrm>
            <a:off x="2670048" y="822960"/>
            <a:ext cx="105156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5B2C83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2670048" y="822960"/>
            <a:ext cx="1051560" cy="201168"/>
          </a:xfrm>
          <a:prstGeom prst="rect">
            <a:avLst/>
          </a:prstGeom>
          <a:solidFill>
            <a:srgbClr val="5B2C83"/>
          </a:solidFill>
          <a:ln w="12700">
            <a:solidFill>
              <a:srgbClr val="5B2C83"/>
            </a:solidFill>
            <a:prstDash val="solid"/>
          </a:ln>
        </p:spPr>
      </p:sp>
      <p:sp>
        <p:nvSpPr>
          <p:cNvPr id="135" name="Text 133"/>
          <p:cNvSpPr/>
          <p:nvPr/>
        </p:nvSpPr>
        <p:spPr>
          <a:xfrm>
            <a:off x="2670048" y="822960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Choukyoushi</a:t>
            </a:r>
            <a:endParaRPr lang="en-US" sz="800" dirty="0"/>
          </a:p>
        </p:txBody>
      </p:sp>
      <p:sp>
        <p:nvSpPr>
          <p:cNvPr id="136" name="Shape 134"/>
          <p:cNvSpPr/>
          <p:nvPr/>
        </p:nvSpPr>
        <p:spPr>
          <a:xfrm>
            <a:off x="2670048" y="1280160"/>
            <a:ext cx="105156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5B2C83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2670048" y="1280160"/>
            <a:ext cx="1051560" cy="201168"/>
          </a:xfrm>
          <a:prstGeom prst="rect">
            <a:avLst/>
          </a:prstGeom>
          <a:solidFill>
            <a:srgbClr val="5B2C83"/>
          </a:solidFill>
          <a:ln w="12700">
            <a:solidFill>
              <a:srgbClr val="5B2C83"/>
            </a:solidFill>
            <a:prstDash val="solid"/>
          </a:ln>
        </p:spPr>
      </p:sp>
      <p:sp>
        <p:nvSpPr>
          <p:cNvPr id="138" name="Text 136"/>
          <p:cNvSpPr/>
          <p:nvPr/>
        </p:nvSpPr>
        <p:spPr>
          <a:xfrm>
            <a:off x="2670048" y="1280160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Uma</a:t>
            </a:r>
            <a:endParaRPr lang="en-US" sz="800" dirty="0"/>
          </a:p>
        </p:txBody>
      </p:sp>
      <p:sp>
        <p:nvSpPr>
          <p:cNvPr id="139" name="Shape 137"/>
          <p:cNvSpPr/>
          <p:nvPr/>
        </p:nvSpPr>
        <p:spPr>
          <a:xfrm>
            <a:off x="2670048" y="1737360"/>
            <a:ext cx="105156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1F4E79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2670048" y="1737360"/>
            <a:ext cx="1051560" cy="201168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</p:sp>
      <p:sp>
        <p:nvSpPr>
          <p:cNvPr id="141" name="Text 139"/>
          <p:cNvSpPr/>
          <p:nvPr/>
        </p:nvSpPr>
        <p:spPr>
          <a:xfrm>
            <a:off x="2670048" y="1737360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RaceKeika</a:t>
            </a:r>
            <a:endParaRPr lang="en-US" sz="800" dirty="0"/>
          </a:p>
        </p:txBody>
      </p:sp>
      <p:sp>
        <p:nvSpPr>
          <p:cNvPr id="142" name="Shape 140"/>
          <p:cNvSpPr/>
          <p:nvPr/>
        </p:nvSpPr>
        <p:spPr>
          <a:xfrm>
            <a:off x="2670048" y="3108960"/>
            <a:ext cx="105156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1F4E79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2670048" y="3108960"/>
            <a:ext cx="1051560" cy="201168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</p:sp>
      <p:sp>
        <p:nvSpPr>
          <p:cNvPr id="144" name="Text 142"/>
          <p:cNvSpPr/>
          <p:nvPr/>
        </p:nvSpPr>
        <p:spPr>
          <a:xfrm>
            <a:off x="2670048" y="3108960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RaceHassouJoukyou</a:t>
            </a:r>
            <a:endParaRPr lang="en-US" sz="800" dirty="0"/>
          </a:p>
        </p:txBody>
      </p:sp>
      <p:sp>
        <p:nvSpPr>
          <p:cNvPr id="145" name="Shape 143"/>
          <p:cNvSpPr/>
          <p:nvPr/>
        </p:nvSpPr>
        <p:spPr>
          <a:xfrm>
            <a:off x="2670048" y="3566160"/>
            <a:ext cx="105156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5B2C83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2670048" y="3566160"/>
            <a:ext cx="1051560" cy="201168"/>
          </a:xfrm>
          <a:prstGeom prst="rect">
            <a:avLst/>
          </a:prstGeom>
          <a:solidFill>
            <a:srgbClr val="5B2C83"/>
          </a:solidFill>
          <a:ln w="12700">
            <a:solidFill>
              <a:srgbClr val="5B2C83"/>
            </a:solidFill>
            <a:prstDash val="solid"/>
          </a:ln>
        </p:spPr>
      </p:sp>
      <p:sp>
        <p:nvSpPr>
          <p:cNvPr id="147" name="Text 145"/>
          <p:cNvSpPr/>
          <p:nvPr/>
        </p:nvSpPr>
        <p:spPr>
          <a:xfrm>
            <a:off x="2670048" y="3566160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Shoyuu</a:t>
            </a:r>
            <a:endParaRPr lang="en-US" sz="800" dirty="0"/>
          </a:p>
        </p:txBody>
      </p:sp>
      <p:sp>
        <p:nvSpPr>
          <p:cNvPr id="148" name="Shape 146"/>
          <p:cNvSpPr/>
          <p:nvPr/>
        </p:nvSpPr>
        <p:spPr>
          <a:xfrm>
            <a:off x="2670048" y="4023360"/>
            <a:ext cx="105156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5B2C83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2670048" y="4023360"/>
            <a:ext cx="1051560" cy="201168"/>
          </a:xfrm>
          <a:prstGeom prst="rect">
            <a:avLst/>
          </a:prstGeom>
          <a:solidFill>
            <a:srgbClr val="5B2C83"/>
          </a:solidFill>
          <a:ln w="12700">
            <a:solidFill>
              <a:srgbClr val="5B2C83"/>
            </a:solidFill>
            <a:prstDash val="solid"/>
          </a:ln>
        </p:spPr>
      </p:sp>
      <p:sp>
        <p:nvSpPr>
          <p:cNvPr id="150" name="Text 148"/>
          <p:cNvSpPr/>
          <p:nvPr/>
        </p:nvSpPr>
        <p:spPr>
          <a:xfrm>
            <a:off x="2670048" y="4023360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Kishu</a:t>
            </a:r>
            <a:endParaRPr lang="en-US" sz="800" dirty="0"/>
          </a:p>
        </p:txBody>
      </p:sp>
      <p:sp>
        <p:nvSpPr>
          <p:cNvPr id="151" name="Shape 149"/>
          <p:cNvSpPr/>
          <p:nvPr/>
        </p:nvSpPr>
        <p:spPr>
          <a:xfrm>
            <a:off x="3913632" y="822960"/>
            <a:ext cx="105156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5B2C83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3913632" y="822960"/>
            <a:ext cx="1051560" cy="201168"/>
          </a:xfrm>
          <a:prstGeom prst="rect">
            <a:avLst/>
          </a:prstGeom>
          <a:solidFill>
            <a:srgbClr val="5B2C83"/>
          </a:solidFill>
          <a:ln w="12700">
            <a:solidFill>
              <a:srgbClr val="5B2C83"/>
            </a:solidFill>
            <a:prstDash val="solid"/>
          </a:ln>
        </p:spPr>
      </p:sp>
      <p:sp>
        <p:nvSpPr>
          <p:cNvPr id="153" name="Text 151"/>
          <p:cNvSpPr/>
          <p:nvPr/>
        </p:nvSpPr>
        <p:spPr>
          <a:xfrm>
            <a:off x="3913632" y="822960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Kyousouba</a:t>
            </a:r>
            <a:endParaRPr lang="en-US" sz="800" dirty="0"/>
          </a:p>
        </p:txBody>
      </p:sp>
      <p:sp>
        <p:nvSpPr>
          <p:cNvPr id="154" name="Shape 152"/>
          <p:cNvSpPr/>
          <p:nvPr/>
        </p:nvSpPr>
        <p:spPr>
          <a:xfrm>
            <a:off x="3913632" y="2423160"/>
            <a:ext cx="105156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375623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3913632" y="2423160"/>
            <a:ext cx="1051560" cy="201168"/>
          </a:xfrm>
          <a:prstGeom prst="rect">
            <a:avLst/>
          </a:prstGeom>
          <a:solidFill>
            <a:srgbClr val="375623"/>
          </a:solidFill>
          <a:ln w="12700">
            <a:solidFill>
              <a:srgbClr val="375623"/>
            </a:solidFill>
            <a:prstDash val="solid"/>
          </a:ln>
        </p:spPr>
      </p:sp>
      <p:sp>
        <p:nvSpPr>
          <p:cNvPr id="156" name="Text 154"/>
          <p:cNvSpPr/>
          <p:nvPr/>
        </p:nvSpPr>
        <p:spPr>
          <a:xfrm>
            <a:off x="3913632" y="2423160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Shussouba</a:t>
            </a:r>
            <a:endParaRPr lang="en-US" sz="800" dirty="0"/>
          </a:p>
        </p:txBody>
      </p:sp>
      <p:sp>
        <p:nvSpPr>
          <p:cNvPr id="157" name="Shape 155"/>
          <p:cNvSpPr/>
          <p:nvPr/>
        </p:nvSpPr>
        <p:spPr>
          <a:xfrm>
            <a:off x="3913632" y="3566160"/>
            <a:ext cx="105156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5B2C83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3913632" y="3566160"/>
            <a:ext cx="1051560" cy="201168"/>
          </a:xfrm>
          <a:prstGeom prst="rect">
            <a:avLst/>
          </a:prstGeom>
          <a:solidFill>
            <a:srgbClr val="5B2C83"/>
          </a:solidFill>
          <a:ln w="12700">
            <a:solidFill>
              <a:srgbClr val="5B2C83"/>
            </a:solidFill>
            <a:prstDash val="solid"/>
          </a:ln>
        </p:spPr>
      </p:sp>
      <p:sp>
        <p:nvSpPr>
          <p:cNvPr id="159" name="Text 157"/>
          <p:cNvSpPr/>
          <p:nvPr/>
        </p:nvSpPr>
        <p:spPr>
          <a:xfrm>
            <a:off x="3913632" y="3566160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Banushi</a:t>
            </a:r>
            <a:endParaRPr lang="en-US" sz="800" dirty="0"/>
          </a:p>
        </p:txBody>
      </p:sp>
      <p:sp>
        <p:nvSpPr>
          <p:cNvPr id="160" name="Shape 158"/>
          <p:cNvSpPr/>
          <p:nvPr/>
        </p:nvSpPr>
        <p:spPr>
          <a:xfrm>
            <a:off x="5157216" y="822960"/>
            <a:ext cx="105156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375623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157216" y="822960"/>
            <a:ext cx="1051560" cy="201168"/>
          </a:xfrm>
          <a:prstGeom prst="rect">
            <a:avLst/>
          </a:prstGeom>
          <a:solidFill>
            <a:srgbClr val="375623"/>
          </a:solidFill>
          <a:ln w="12700">
            <a:solidFill>
              <a:srgbClr val="375623"/>
            </a:solidFill>
            <a:prstDash val="solid"/>
          </a:ln>
        </p:spPr>
      </p:sp>
      <p:sp>
        <p:nvSpPr>
          <p:cNvPr id="162" name="Text 160"/>
          <p:cNvSpPr/>
          <p:nvPr/>
        </p:nvSpPr>
        <p:spPr>
          <a:xfrm>
            <a:off x="5157216" y="822960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ShussoubaTsuukaJuni</a:t>
            </a:r>
            <a:endParaRPr lang="en-US" sz="650" dirty="0"/>
          </a:p>
        </p:txBody>
      </p:sp>
      <p:sp>
        <p:nvSpPr>
          <p:cNvPr id="163" name="Shape 161"/>
          <p:cNvSpPr/>
          <p:nvPr/>
        </p:nvSpPr>
        <p:spPr>
          <a:xfrm>
            <a:off x="5157216" y="1280160"/>
            <a:ext cx="105156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375623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157216" y="1280160"/>
            <a:ext cx="1051560" cy="201168"/>
          </a:xfrm>
          <a:prstGeom prst="rect">
            <a:avLst/>
          </a:prstGeom>
          <a:solidFill>
            <a:srgbClr val="375623"/>
          </a:solidFill>
          <a:ln w="12700">
            <a:solidFill>
              <a:srgbClr val="375623"/>
            </a:solidFill>
            <a:prstDash val="solid"/>
          </a:ln>
        </p:spPr>
      </p:sp>
      <p:sp>
        <p:nvSpPr>
          <p:cNvPr id="165" name="Text 163"/>
          <p:cNvSpPr/>
          <p:nvPr/>
        </p:nvSpPr>
        <p:spPr>
          <a:xfrm>
            <a:off x="5157216" y="1280160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ShussoubaKeika</a:t>
            </a:r>
            <a:endParaRPr lang="en-US" sz="800" dirty="0"/>
          </a:p>
        </p:txBody>
      </p:sp>
      <p:sp>
        <p:nvSpPr>
          <p:cNvPr id="166" name="Shape 164"/>
          <p:cNvSpPr/>
          <p:nvPr/>
        </p:nvSpPr>
        <p:spPr>
          <a:xfrm>
            <a:off x="5157216" y="1737360"/>
            <a:ext cx="105156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375623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5157216" y="1737360"/>
            <a:ext cx="1051560" cy="201168"/>
          </a:xfrm>
          <a:prstGeom prst="rect">
            <a:avLst/>
          </a:prstGeom>
          <a:solidFill>
            <a:srgbClr val="375623"/>
          </a:solidFill>
          <a:ln w="12700">
            <a:solidFill>
              <a:srgbClr val="375623"/>
            </a:solidFill>
            <a:prstDash val="solid"/>
          </a:ln>
        </p:spPr>
      </p:sp>
      <p:sp>
        <p:nvSpPr>
          <p:cNvPr id="168" name="Text 166"/>
          <p:cNvSpPr/>
          <p:nvPr/>
        </p:nvSpPr>
        <p:spPr>
          <a:xfrm>
            <a:off x="5157216" y="1737360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ShussoubaSeiseki</a:t>
            </a:r>
            <a:endParaRPr lang="en-US" sz="800" dirty="0"/>
          </a:p>
        </p:txBody>
      </p:sp>
      <p:sp>
        <p:nvSpPr>
          <p:cNvPr id="169" name="Shape 167"/>
          <p:cNvSpPr/>
          <p:nvPr/>
        </p:nvSpPr>
        <p:spPr>
          <a:xfrm>
            <a:off x="5157216" y="2194560"/>
            <a:ext cx="105156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375623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5157216" y="2194560"/>
            <a:ext cx="1051560" cy="201168"/>
          </a:xfrm>
          <a:prstGeom prst="rect">
            <a:avLst/>
          </a:prstGeom>
          <a:solidFill>
            <a:srgbClr val="375623"/>
          </a:solidFill>
          <a:ln w="12700">
            <a:solidFill>
              <a:srgbClr val="375623"/>
            </a:solidFill>
            <a:prstDash val="solid"/>
          </a:ln>
        </p:spPr>
      </p:sp>
      <p:sp>
        <p:nvSpPr>
          <p:cNvPr id="171" name="Text 169"/>
          <p:cNvSpPr/>
          <p:nvPr/>
        </p:nvSpPr>
        <p:spPr>
          <a:xfrm>
            <a:off x="5157216" y="2194560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ShussoubaYosou</a:t>
            </a:r>
            <a:endParaRPr lang="en-US" sz="800" dirty="0"/>
          </a:p>
        </p:txBody>
      </p:sp>
      <p:sp>
        <p:nvSpPr>
          <p:cNvPr id="172" name="Shape 170"/>
          <p:cNvSpPr/>
          <p:nvPr/>
        </p:nvSpPr>
        <p:spPr>
          <a:xfrm>
            <a:off x="5157216" y="2651760"/>
            <a:ext cx="105156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375623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5157216" y="2651760"/>
            <a:ext cx="1051560" cy="201168"/>
          </a:xfrm>
          <a:prstGeom prst="rect">
            <a:avLst/>
          </a:prstGeom>
          <a:solidFill>
            <a:srgbClr val="375623"/>
          </a:solidFill>
          <a:ln w="12700">
            <a:solidFill>
              <a:srgbClr val="375623"/>
            </a:solidFill>
            <a:prstDash val="solid"/>
          </a:ln>
        </p:spPr>
      </p:sp>
      <p:sp>
        <p:nvSpPr>
          <p:cNvPr id="174" name="Text 172"/>
          <p:cNvSpPr/>
          <p:nvPr/>
        </p:nvSpPr>
        <p:spPr>
          <a:xfrm>
            <a:off x="5157216" y="2651760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ShussoubaHyouka</a:t>
            </a:r>
            <a:endParaRPr lang="en-US" sz="800" dirty="0"/>
          </a:p>
        </p:txBody>
      </p:sp>
      <p:sp>
        <p:nvSpPr>
          <p:cNvPr id="175" name="Shape 173"/>
          <p:cNvSpPr/>
          <p:nvPr/>
        </p:nvSpPr>
        <p:spPr>
          <a:xfrm>
            <a:off x="5157216" y="3108960"/>
            <a:ext cx="105156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375623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5157216" y="3108960"/>
            <a:ext cx="1051560" cy="201168"/>
          </a:xfrm>
          <a:prstGeom prst="rect">
            <a:avLst/>
          </a:prstGeom>
          <a:solidFill>
            <a:srgbClr val="375623"/>
          </a:solidFill>
          <a:ln w="12700">
            <a:solidFill>
              <a:srgbClr val="375623"/>
            </a:solidFill>
            <a:prstDash val="solid"/>
          </a:ln>
        </p:spPr>
      </p:sp>
      <p:sp>
        <p:nvSpPr>
          <p:cNvPr id="177" name="Text 175"/>
          <p:cNvSpPr/>
          <p:nvPr/>
        </p:nvSpPr>
        <p:spPr>
          <a:xfrm>
            <a:off x="5157216" y="3108960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ShussoubaChoukyou</a:t>
            </a:r>
            <a:endParaRPr lang="en-US" sz="800" dirty="0"/>
          </a:p>
        </p:txBody>
      </p:sp>
      <p:sp>
        <p:nvSpPr>
          <p:cNvPr id="178" name="Shape 176"/>
          <p:cNvSpPr/>
          <p:nvPr/>
        </p:nvSpPr>
        <p:spPr>
          <a:xfrm>
            <a:off x="5157216" y="3566160"/>
            <a:ext cx="105156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375623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5157216" y="3566160"/>
            <a:ext cx="1051560" cy="201168"/>
          </a:xfrm>
          <a:prstGeom prst="rect">
            <a:avLst/>
          </a:prstGeom>
          <a:solidFill>
            <a:srgbClr val="375623"/>
          </a:solidFill>
          <a:ln w="12700">
            <a:solidFill>
              <a:srgbClr val="375623"/>
            </a:solidFill>
            <a:prstDash val="solid"/>
          </a:ln>
        </p:spPr>
      </p:sp>
      <p:sp>
        <p:nvSpPr>
          <p:cNvPr id="180" name="Text 178"/>
          <p:cNvSpPr/>
          <p:nvPr/>
        </p:nvSpPr>
        <p:spPr>
          <a:xfrm>
            <a:off x="5157216" y="3566160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ShussoubaJoutai</a:t>
            </a:r>
            <a:endParaRPr lang="en-US" sz="800" dirty="0"/>
          </a:p>
        </p:txBody>
      </p:sp>
      <p:sp>
        <p:nvSpPr>
          <p:cNvPr id="181" name="Shape 179"/>
          <p:cNvSpPr/>
          <p:nvPr/>
        </p:nvSpPr>
        <p:spPr>
          <a:xfrm>
            <a:off x="5157216" y="4023360"/>
            <a:ext cx="105156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375623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5157216" y="4023360"/>
            <a:ext cx="1051560" cy="201168"/>
          </a:xfrm>
          <a:prstGeom prst="rect">
            <a:avLst/>
          </a:prstGeom>
          <a:solidFill>
            <a:srgbClr val="375623"/>
          </a:solidFill>
          <a:ln w="12700">
            <a:solidFill>
              <a:srgbClr val="375623"/>
            </a:solidFill>
            <a:prstDash val="solid"/>
          </a:ln>
        </p:spPr>
      </p:sp>
      <p:sp>
        <p:nvSpPr>
          <p:cNvPr id="183" name="Text 181"/>
          <p:cNvSpPr/>
          <p:nvPr/>
        </p:nvSpPr>
        <p:spPr>
          <a:xfrm>
            <a:off x="5157216" y="4023360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ShussoubaHassouJoukyou</a:t>
            </a:r>
            <a:endParaRPr lang="en-US" sz="650" dirty="0"/>
          </a:p>
        </p:txBody>
      </p:sp>
      <p:sp>
        <p:nvSpPr>
          <p:cNvPr id="184" name="Shape 182"/>
          <p:cNvSpPr/>
          <p:nvPr/>
        </p:nvSpPr>
        <p:spPr>
          <a:xfrm>
            <a:off x="6400800" y="2194560"/>
            <a:ext cx="105156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5B2C83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6400800" y="2194560"/>
            <a:ext cx="1051560" cy="201168"/>
          </a:xfrm>
          <a:prstGeom prst="rect">
            <a:avLst/>
          </a:prstGeom>
          <a:solidFill>
            <a:srgbClr val="5B2C83"/>
          </a:solidFill>
          <a:ln w="12700">
            <a:solidFill>
              <a:srgbClr val="5B2C83"/>
            </a:solidFill>
            <a:prstDash val="solid"/>
          </a:ln>
        </p:spPr>
      </p:sp>
      <p:sp>
        <p:nvSpPr>
          <p:cNvPr id="186" name="Text 184"/>
          <p:cNvSpPr/>
          <p:nvPr/>
        </p:nvSpPr>
        <p:spPr>
          <a:xfrm>
            <a:off x="6400800" y="2194560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Houbokusaki</a:t>
            </a:r>
            <a:endParaRPr lang="en-US" sz="800" dirty="0"/>
          </a:p>
        </p:txBody>
      </p:sp>
      <p:sp>
        <p:nvSpPr>
          <p:cNvPr id="187" name="Shape 185"/>
          <p:cNvSpPr/>
          <p:nvPr/>
        </p:nvSpPr>
        <p:spPr>
          <a:xfrm>
            <a:off x="6400800" y="822960"/>
            <a:ext cx="105156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5B2C83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6400800" y="822960"/>
            <a:ext cx="1051560" cy="201168"/>
          </a:xfrm>
          <a:prstGeom prst="rect">
            <a:avLst/>
          </a:prstGeom>
          <a:solidFill>
            <a:srgbClr val="5B2C83"/>
          </a:solidFill>
          <a:ln w="12700">
            <a:solidFill>
              <a:srgbClr val="5B2C83"/>
            </a:solidFill>
            <a:prstDash val="solid"/>
          </a:ln>
        </p:spPr>
      </p:sp>
      <p:sp>
        <p:nvSpPr>
          <p:cNvPr id="189" name="Text 187"/>
          <p:cNvSpPr/>
          <p:nvPr/>
        </p:nvSpPr>
        <p:spPr>
          <a:xfrm>
            <a:off x="6400800" y="822960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Jinmei</a:t>
            </a:r>
            <a:endParaRPr lang="en-US" sz="800" dirty="0"/>
          </a:p>
        </p:txBody>
      </p:sp>
      <p:sp>
        <p:nvSpPr>
          <p:cNvPr id="190" name="Text 188"/>
          <p:cNvSpPr/>
          <p:nvPr/>
        </p:nvSpPr>
        <p:spPr>
          <a:xfrm>
            <a:off x="754380" y="1115568"/>
            <a:ext cx="91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650" dirty="0"/>
          </a:p>
        </p:txBody>
      </p:sp>
      <p:sp>
        <p:nvSpPr>
          <p:cNvPr id="191" name="Text 189"/>
          <p:cNvSpPr/>
          <p:nvPr/>
        </p:nvSpPr>
        <p:spPr>
          <a:xfrm>
            <a:off x="754380" y="1133856"/>
            <a:ext cx="91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650" dirty="0"/>
          </a:p>
        </p:txBody>
      </p:sp>
      <p:sp>
        <p:nvSpPr>
          <p:cNvPr id="192" name="Text 190"/>
          <p:cNvSpPr/>
          <p:nvPr/>
        </p:nvSpPr>
        <p:spPr>
          <a:xfrm>
            <a:off x="1234440" y="813816"/>
            <a:ext cx="91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650" dirty="0"/>
          </a:p>
        </p:txBody>
      </p:sp>
      <p:sp>
        <p:nvSpPr>
          <p:cNvPr id="193" name="Text 191"/>
          <p:cNvSpPr/>
          <p:nvPr/>
        </p:nvSpPr>
        <p:spPr>
          <a:xfrm>
            <a:off x="1335024" y="2414016"/>
            <a:ext cx="91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</a:t>
            </a:r>
            <a:endParaRPr lang="en-US" sz="650" dirty="0"/>
          </a:p>
        </p:txBody>
      </p:sp>
      <p:sp>
        <p:nvSpPr>
          <p:cNvPr id="194" name="Text 192"/>
          <p:cNvSpPr/>
          <p:nvPr/>
        </p:nvSpPr>
        <p:spPr>
          <a:xfrm>
            <a:off x="1234440" y="1728216"/>
            <a:ext cx="91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650" dirty="0"/>
          </a:p>
        </p:txBody>
      </p:sp>
      <p:sp>
        <p:nvSpPr>
          <p:cNvPr id="195" name="Text 193"/>
          <p:cNvSpPr/>
          <p:nvPr/>
        </p:nvSpPr>
        <p:spPr>
          <a:xfrm>
            <a:off x="1335024" y="2414016"/>
            <a:ext cx="91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</a:t>
            </a:r>
            <a:endParaRPr lang="en-US" sz="650" dirty="0"/>
          </a:p>
        </p:txBody>
      </p:sp>
      <p:sp>
        <p:nvSpPr>
          <p:cNvPr id="196" name="Text 194"/>
          <p:cNvSpPr/>
          <p:nvPr/>
        </p:nvSpPr>
        <p:spPr>
          <a:xfrm>
            <a:off x="1335024" y="2414016"/>
            <a:ext cx="91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650" dirty="0"/>
          </a:p>
        </p:txBody>
      </p:sp>
      <p:sp>
        <p:nvSpPr>
          <p:cNvPr id="197" name="Text 195"/>
          <p:cNvSpPr/>
          <p:nvPr/>
        </p:nvSpPr>
        <p:spPr>
          <a:xfrm>
            <a:off x="1234440" y="2185416"/>
            <a:ext cx="91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650" dirty="0"/>
          </a:p>
        </p:txBody>
      </p:sp>
      <p:sp>
        <p:nvSpPr>
          <p:cNvPr id="198" name="Text 196"/>
          <p:cNvSpPr/>
          <p:nvPr/>
        </p:nvSpPr>
        <p:spPr>
          <a:xfrm>
            <a:off x="1335024" y="2414016"/>
            <a:ext cx="91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650" dirty="0"/>
          </a:p>
        </p:txBody>
      </p:sp>
      <p:sp>
        <p:nvSpPr>
          <p:cNvPr id="199" name="Text 197"/>
          <p:cNvSpPr/>
          <p:nvPr/>
        </p:nvSpPr>
        <p:spPr>
          <a:xfrm>
            <a:off x="1234440" y="2642616"/>
            <a:ext cx="91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</a:t>
            </a:r>
            <a:endParaRPr lang="en-US" sz="650" dirty="0"/>
          </a:p>
        </p:txBody>
      </p:sp>
      <p:sp>
        <p:nvSpPr>
          <p:cNvPr id="200" name="Text 198"/>
          <p:cNvSpPr/>
          <p:nvPr/>
        </p:nvSpPr>
        <p:spPr>
          <a:xfrm>
            <a:off x="1335024" y="2414016"/>
            <a:ext cx="91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650" dirty="0"/>
          </a:p>
        </p:txBody>
      </p:sp>
      <p:sp>
        <p:nvSpPr>
          <p:cNvPr id="201" name="Text 199"/>
          <p:cNvSpPr/>
          <p:nvPr/>
        </p:nvSpPr>
        <p:spPr>
          <a:xfrm>
            <a:off x="1234440" y="3099816"/>
            <a:ext cx="91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</a:t>
            </a:r>
            <a:endParaRPr lang="en-US" sz="650" dirty="0"/>
          </a:p>
        </p:txBody>
      </p:sp>
      <p:sp>
        <p:nvSpPr>
          <p:cNvPr id="202" name="Text 200"/>
          <p:cNvSpPr/>
          <p:nvPr/>
        </p:nvSpPr>
        <p:spPr>
          <a:xfrm>
            <a:off x="1335024" y="2414016"/>
            <a:ext cx="91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650" dirty="0"/>
          </a:p>
        </p:txBody>
      </p:sp>
      <p:sp>
        <p:nvSpPr>
          <p:cNvPr id="203" name="Text 201"/>
          <p:cNvSpPr/>
          <p:nvPr/>
        </p:nvSpPr>
        <p:spPr>
          <a:xfrm>
            <a:off x="1234440" y="3557016"/>
            <a:ext cx="91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</a:t>
            </a:r>
            <a:endParaRPr lang="en-US" sz="650" dirty="0"/>
          </a:p>
        </p:txBody>
      </p:sp>
      <p:sp>
        <p:nvSpPr>
          <p:cNvPr id="204" name="Text 202"/>
          <p:cNvSpPr/>
          <p:nvPr/>
        </p:nvSpPr>
        <p:spPr>
          <a:xfrm>
            <a:off x="754380" y="3877056"/>
            <a:ext cx="91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650" dirty="0"/>
          </a:p>
        </p:txBody>
      </p:sp>
      <p:sp>
        <p:nvSpPr>
          <p:cNvPr id="205" name="Text 203"/>
          <p:cNvSpPr/>
          <p:nvPr/>
        </p:nvSpPr>
        <p:spPr>
          <a:xfrm>
            <a:off x="754380" y="3858768"/>
            <a:ext cx="91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</a:t>
            </a:r>
            <a:endParaRPr lang="en-US" sz="650" dirty="0"/>
          </a:p>
        </p:txBody>
      </p:sp>
      <p:sp>
        <p:nvSpPr>
          <p:cNvPr id="206" name="Text 204"/>
          <p:cNvSpPr/>
          <p:nvPr/>
        </p:nvSpPr>
        <p:spPr>
          <a:xfrm>
            <a:off x="1997964" y="2715768"/>
            <a:ext cx="91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650" dirty="0"/>
          </a:p>
        </p:txBody>
      </p:sp>
      <p:sp>
        <p:nvSpPr>
          <p:cNvPr id="207" name="Text 205"/>
          <p:cNvSpPr/>
          <p:nvPr/>
        </p:nvSpPr>
        <p:spPr>
          <a:xfrm>
            <a:off x="1997964" y="2962656"/>
            <a:ext cx="91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</a:t>
            </a:r>
            <a:endParaRPr lang="en-US" sz="650" dirty="0"/>
          </a:p>
        </p:txBody>
      </p:sp>
      <p:sp>
        <p:nvSpPr>
          <p:cNvPr id="208" name="Text 206"/>
          <p:cNvSpPr/>
          <p:nvPr/>
        </p:nvSpPr>
        <p:spPr>
          <a:xfrm>
            <a:off x="2478024" y="2414016"/>
            <a:ext cx="91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650" dirty="0"/>
          </a:p>
        </p:txBody>
      </p:sp>
      <p:sp>
        <p:nvSpPr>
          <p:cNvPr id="209" name="Text 207"/>
          <p:cNvSpPr/>
          <p:nvPr/>
        </p:nvSpPr>
        <p:spPr>
          <a:xfrm>
            <a:off x="2578608" y="1728216"/>
            <a:ext cx="91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</a:t>
            </a:r>
            <a:endParaRPr lang="en-US" sz="650" dirty="0"/>
          </a:p>
        </p:txBody>
      </p:sp>
      <p:sp>
        <p:nvSpPr>
          <p:cNvPr id="210" name="Text 208"/>
          <p:cNvSpPr/>
          <p:nvPr/>
        </p:nvSpPr>
        <p:spPr>
          <a:xfrm>
            <a:off x="2478024" y="2414016"/>
            <a:ext cx="91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650" dirty="0"/>
          </a:p>
        </p:txBody>
      </p:sp>
      <p:sp>
        <p:nvSpPr>
          <p:cNvPr id="211" name="Text 209"/>
          <p:cNvSpPr/>
          <p:nvPr/>
        </p:nvSpPr>
        <p:spPr>
          <a:xfrm>
            <a:off x="2578608" y="3099816"/>
            <a:ext cx="91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</a:t>
            </a:r>
            <a:endParaRPr lang="en-US" sz="650" dirty="0"/>
          </a:p>
        </p:txBody>
      </p:sp>
      <p:sp>
        <p:nvSpPr>
          <p:cNvPr id="212" name="Text 210"/>
          <p:cNvSpPr/>
          <p:nvPr/>
        </p:nvSpPr>
        <p:spPr>
          <a:xfrm>
            <a:off x="2478024" y="2414016"/>
            <a:ext cx="91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650" dirty="0"/>
          </a:p>
        </p:txBody>
      </p:sp>
      <p:sp>
        <p:nvSpPr>
          <p:cNvPr id="213" name="Text 211"/>
          <p:cNvSpPr/>
          <p:nvPr/>
        </p:nvSpPr>
        <p:spPr>
          <a:xfrm>
            <a:off x="3822192" y="2414016"/>
            <a:ext cx="91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</a:t>
            </a:r>
            <a:endParaRPr lang="en-US" sz="650" dirty="0"/>
          </a:p>
        </p:txBody>
      </p:sp>
      <p:sp>
        <p:nvSpPr>
          <p:cNvPr id="214" name="Text 212"/>
          <p:cNvSpPr/>
          <p:nvPr/>
        </p:nvSpPr>
        <p:spPr>
          <a:xfrm>
            <a:off x="3721608" y="1728216"/>
            <a:ext cx="91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650" dirty="0"/>
          </a:p>
        </p:txBody>
      </p:sp>
      <p:sp>
        <p:nvSpPr>
          <p:cNvPr id="215" name="Text 213"/>
          <p:cNvSpPr/>
          <p:nvPr/>
        </p:nvSpPr>
        <p:spPr>
          <a:xfrm>
            <a:off x="5065776" y="1271016"/>
            <a:ext cx="91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</a:t>
            </a:r>
            <a:endParaRPr lang="en-US" sz="650" dirty="0"/>
          </a:p>
        </p:txBody>
      </p:sp>
      <p:sp>
        <p:nvSpPr>
          <p:cNvPr id="216" name="Text 214"/>
          <p:cNvSpPr/>
          <p:nvPr/>
        </p:nvSpPr>
        <p:spPr>
          <a:xfrm>
            <a:off x="4965192" y="2414016"/>
            <a:ext cx="91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650" dirty="0"/>
          </a:p>
        </p:txBody>
      </p:sp>
      <p:sp>
        <p:nvSpPr>
          <p:cNvPr id="217" name="Text 215"/>
          <p:cNvSpPr/>
          <p:nvPr/>
        </p:nvSpPr>
        <p:spPr>
          <a:xfrm>
            <a:off x="5065776" y="1271016"/>
            <a:ext cx="91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</a:t>
            </a:r>
            <a:endParaRPr lang="en-US" sz="650" dirty="0"/>
          </a:p>
        </p:txBody>
      </p:sp>
      <p:sp>
        <p:nvSpPr>
          <p:cNvPr id="218" name="Text 216"/>
          <p:cNvSpPr/>
          <p:nvPr/>
        </p:nvSpPr>
        <p:spPr>
          <a:xfrm>
            <a:off x="3721608" y="3099816"/>
            <a:ext cx="91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650" dirty="0"/>
          </a:p>
        </p:txBody>
      </p:sp>
      <p:sp>
        <p:nvSpPr>
          <p:cNvPr id="219" name="Text 217"/>
          <p:cNvSpPr/>
          <p:nvPr/>
        </p:nvSpPr>
        <p:spPr>
          <a:xfrm>
            <a:off x="5065776" y="4014216"/>
            <a:ext cx="91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</a:t>
            </a:r>
            <a:endParaRPr lang="en-US" sz="650" dirty="0"/>
          </a:p>
        </p:txBody>
      </p:sp>
      <p:sp>
        <p:nvSpPr>
          <p:cNvPr id="220" name="Text 218"/>
          <p:cNvSpPr/>
          <p:nvPr/>
        </p:nvSpPr>
        <p:spPr>
          <a:xfrm>
            <a:off x="4965192" y="2414016"/>
            <a:ext cx="91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650" dirty="0"/>
          </a:p>
        </p:txBody>
      </p:sp>
      <p:sp>
        <p:nvSpPr>
          <p:cNvPr id="221" name="Text 219"/>
          <p:cNvSpPr/>
          <p:nvPr/>
        </p:nvSpPr>
        <p:spPr>
          <a:xfrm>
            <a:off x="5065776" y="4014216"/>
            <a:ext cx="91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</a:t>
            </a:r>
            <a:endParaRPr lang="en-US" sz="650" dirty="0"/>
          </a:p>
        </p:txBody>
      </p:sp>
      <p:sp>
        <p:nvSpPr>
          <p:cNvPr id="222" name="Text 220"/>
          <p:cNvSpPr/>
          <p:nvPr/>
        </p:nvSpPr>
        <p:spPr>
          <a:xfrm>
            <a:off x="4965192" y="2414016"/>
            <a:ext cx="91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650" dirty="0"/>
          </a:p>
        </p:txBody>
      </p:sp>
      <p:sp>
        <p:nvSpPr>
          <p:cNvPr id="223" name="Text 221"/>
          <p:cNvSpPr/>
          <p:nvPr/>
        </p:nvSpPr>
        <p:spPr>
          <a:xfrm>
            <a:off x="5065776" y="1728216"/>
            <a:ext cx="91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650" dirty="0"/>
          </a:p>
        </p:txBody>
      </p:sp>
      <p:sp>
        <p:nvSpPr>
          <p:cNvPr id="224" name="Text 222"/>
          <p:cNvSpPr/>
          <p:nvPr/>
        </p:nvSpPr>
        <p:spPr>
          <a:xfrm>
            <a:off x="4965192" y="2414016"/>
            <a:ext cx="91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650" dirty="0"/>
          </a:p>
        </p:txBody>
      </p:sp>
      <p:sp>
        <p:nvSpPr>
          <p:cNvPr id="225" name="Text 223"/>
          <p:cNvSpPr/>
          <p:nvPr/>
        </p:nvSpPr>
        <p:spPr>
          <a:xfrm>
            <a:off x="5065776" y="2185416"/>
            <a:ext cx="91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650" dirty="0"/>
          </a:p>
        </p:txBody>
      </p:sp>
      <p:sp>
        <p:nvSpPr>
          <p:cNvPr id="226" name="Text 224"/>
          <p:cNvSpPr/>
          <p:nvPr/>
        </p:nvSpPr>
        <p:spPr>
          <a:xfrm>
            <a:off x="4965192" y="2414016"/>
            <a:ext cx="91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650" dirty="0"/>
          </a:p>
        </p:txBody>
      </p:sp>
      <p:sp>
        <p:nvSpPr>
          <p:cNvPr id="227" name="Text 225"/>
          <p:cNvSpPr/>
          <p:nvPr/>
        </p:nvSpPr>
        <p:spPr>
          <a:xfrm>
            <a:off x="5065776" y="2642616"/>
            <a:ext cx="91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650" dirty="0"/>
          </a:p>
        </p:txBody>
      </p:sp>
      <p:sp>
        <p:nvSpPr>
          <p:cNvPr id="228" name="Text 226"/>
          <p:cNvSpPr/>
          <p:nvPr/>
        </p:nvSpPr>
        <p:spPr>
          <a:xfrm>
            <a:off x="4965192" y="2414016"/>
            <a:ext cx="91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650" dirty="0"/>
          </a:p>
        </p:txBody>
      </p:sp>
      <p:sp>
        <p:nvSpPr>
          <p:cNvPr id="229" name="Text 227"/>
          <p:cNvSpPr/>
          <p:nvPr/>
        </p:nvSpPr>
        <p:spPr>
          <a:xfrm>
            <a:off x="5065776" y="3099816"/>
            <a:ext cx="91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650" dirty="0"/>
          </a:p>
        </p:txBody>
      </p:sp>
      <p:sp>
        <p:nvSpPr>
          <p:cNvPr id="230" name="Text 228"/>
          <p:cNvSpPr/>
          <p:nvPr/>
        </p:nvSpPr>
        <p:spPr>
          <a:xfrm>
            <a:off x="4965192" y="2414016"/>
            <a:ext cx="91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650" dirty="0"/>
          </a:p>
        </p:txBody>
      </p:sp>
      <p:sp>
        <p:nvSpPr>
          <p:cNvPr id="231" name="Text 229"/>
          <p:cNvSpPr/>
          <p:nvPr/>
        </p:nvSpPr>
        <p:spPr>
          <a:xfrm>
            <a:off x="5065776" y="3557016"/>
            <a:ext cx="91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</a:t>
            </a:r>
            <a:endParaRPr lang="en-US" sz="650" dirty="0"/>
          </a:p>
        </p:txBody>
      </p:sp>
      <p:sp>
        <p:nvSpPr>
          <p:cNvPr id="232" name="Text 230"/>
          <p:cNvSpPr/>
          <p:nvPr/>
        </p:nvSpPr>
        <p:spPr>
          <a:xfrm>
            <a:off x="4965192" y="2414016"/>
            <a:ext cx="91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650" dirty="0"/>
          </a:p>
        </p:txBody>
      </p:sp>
      <p:sp>
        <p:nvSpPr>
          <p:cNvPr id="233" name="Text 231"/>
          <p:cNvSpPr/>
          <p:nvPr/>
        </p:nvSpPr>
        <p:spPr>
          <a:xfrm>
            <a:off x="5065776" y="813816"/>
            <a:ext cx="91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</a:t>
            </a:r>
            <a:endParaRPr lang="en-US" sz="650" dirty="0"/>
          </a:p>
        </p:txBody>
      </p:sp>
      <p:sp>
        <p:nvSpPr>
          <p:cNvPr id="234" name="Text 232"/>
          <p:cNvSpPr/>
          <p:nvPr/>
        </p:nvSpPr>
        <p:spPr>
          <a:xfrm>
            <a:off x="4485132" y="2715768"/>
            <a:ext cx="91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650" dirty="0"/>
          </a:p>
        </p:txBody>
      </p:sp>
      <p:sp>
        <p:nvSpPr>
          <p:cNvPr id="235" name="Text 233"/>
          <p:cNvSpPr/>
          <p:nvPr/>
        </p:nvSpPr>
        <p:spPr>
          <a:xfrm>
            <a:off x="4485132" y="3419856"/>
            <a:ext cx="91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</a:t>
            </a:r>
            <a:endParaRPr lang="en-US" sz="650" dirty="0"/>
          </a:p>
        </p:txBody>
      </p:sp>
      <p:sp>
        <p:nvSpPr>
          <p:cNvPr id="236" name="Text 234"/>
          <p:cNvSpPr/>
          <p:nvPr/>
        </p:nvSpPr>
        <p:spPr>
          <a:xfrm>
            <a:off x="3721608" y="3557016"/>
            <a:ext cx="91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650" dirty="0"/>
          </a:p>
        </p:txBody>
      </p:sp>
      <p:sp>
        <p:nvSpPr>
          <p:cNvPr id="237" name="Text 235"/>
          <p:cNvSpPr/>
          <p:nvPr/>
        </p:nvSpPr>
        <p:spPr>
          <a:xfrm>
            <a:off x="3822192" y="3557016"/>
            <a:ext cx="91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</a:t>
            </a:r>
            <a:endParaRPr lang="en-US" sz="650" dirty="0"/>
          </a:p>
        </p:txBody>
      </p:sp>
      <p:sp>
        <p:nvSpPr>
          <p:cNvPr id="238" name="Text 236"/>
          <p:cNvSpPr/>
          <p:nvPr/>
        </p:nvSpPr>
        <p:spPr>
          <a:xfrm>
            <a:off x="2578608" y="3557016"/>
            <a:ext cx="91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650" dirty="0"/>
          </a:p>
        </p:txBody>
      </p:sp>
      <p:sp>
        <p:nvSpPr>
          <p:cNvPr id="239" name="Text 237"/>
          <p:cNvSpPr/>
          <p:nvPr/>
        </p:nvSpPr>
        <p:spPr>
          <a:xfrm>
            <a:off x="2478024" y="3557016"/>
            <a:ext cx="91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</a:t>
            </a:r>
            <a:endParaRPr lang="en-US" sz="650" dirty="0"/>
          </a:p>
        </p:txBody>
      </p:sp>
      <p:sp>
        <p:nvSpPr>
          <p:cNvPr id="240" name="Text 238"/>
          <p:cNvSpPr/>
          <p:nvPr/>
        </p:nvSpPr>
        <p:spPr>
          <a:xfrm>
            <a:off x="6309360" y="2185416"/>
            <a:ext cx="91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650" dirty="0"/>
          </a:p>
        </p:txBody>
      </p:sp>
      <p:sp>
        <p:nvSpPr>
          <p:cNvPr id="241" name="Text 239"/>
          <p:cNvSpPr/>
          <p:nvPr/>
        </p:nvSpPr>
        <p:spPr>
          <a:xfrm>
            <a:off x="6208776" y="2185416"/>
            <a:ext cx="91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</a:t>
            </a:r>
            <a:endParaRPr lang="en-US" sz="650" dirty="0"/>
          </a:p>
        </p:txBody>
      </p:sp>
      <p:sp>
        <p:nvSpPr>
          <p:cNvPr id="242" name="Text 240"/>
          <p:cNvSpPr/>
          <p:nvPr/>
        </p:nvSpPr>
        <p:spPr>
          <a:xfrm>
            <a:off x="4485132" y="1115568"/>
            <a:ext cx="91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650" dirty="0"/>
          </a:p>
        </p:txBody>
      </p:sp>
      <p:sp>
        <p:nvSpPr>
          <p:cNvPr id="243" name="Text 241"/>
          <p:cNvSpPr/>
          <p:nvPr/>
        </p:nvSpPr>
        <p:spPr>
          <a:xfrm>
            <a:off x="4485132" y="2276856"/>
            <a:ext cx="91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</a:t>
            </a:r>
            <a:endParaRPr lang="en-US" sz="650" dirty="0"/>
          </a:p>
        </p:txBody>
      </p:sp>
      <p:sp>
        <p:nvSpPr>
          <p:cNvPr id="244" name="Text 242"/>
          <p:cNvSpPr/>
          <p:nvPr/>
        </p:nvSpPr>
        <p:spPr>
          <a:xfrm>
            <a:off x="3721608" y="4014216"/>
            <a:ext cx="91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650" dirty="0"/>
          </a:p>
        </p:txBody>
      </p:sp>
      <p:sp>
        <p:nvSpPr>
          <p:cNvPr id="245" name="Text 243"/>
          <p:cNvSpPr/>
          <p:nvPr/>
        </p:nvSpPr>
        <p:spPr>
          <a:xfrm>
            <a:off x="3822192" y="2414016"/>
            <a:ext cx="91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</a:t>
            </a:r>
            <a:endParaRPr lang="en-US" sz="650" dirty="0"/>
          </a:p>
        </p:txBody>
      </p:sp>
      <p:sp>
        <p:nvSpPr>
          <p:cNvPr id="246" name="Text 244"/>
          <p:cNvSpPr/>
          <p:nvPr/>
        </p:nvSpPr>
        <p:spPr>
          <a:xfrm>
            <a:off x="3721608" y="813816"/>
            <a:ext cx="91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650" dirty="0"/>
          </a:p>
        </p:txBody>
      </p:sp>
      <p:sp>
        <p:nvSpPr>
          <p:cNvPr id="247" name="Text 245"/>
          <p:cNvSpPr/>
          <p:nvPr/>
        </p:nvSpPr>
        <p:spPr>
          <a:xfrm>
            <a:off x="3822192" y="2414016"/>
            <a:ext cx="91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</a:t>
            </a:r>
            <a:endParaRPr lang="en-US" sz="650" dirty="0"/>
          </a:p>
        </p:txBody>
      </p:sp>
      <p:sp>
        <p:nvSpPr>
          <p:cNvPr id="248" name="Text 246"/>
          <p:cNvSpPr/>
          <p:nvPr/>
        </p:nvSpPr>
        <p:spPr>
          <a:xfrm>
            <a:off x="3721608" y="1271016"/>
            <a:ext cx="91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650" dirty="0"/>
          </a:p>
        </p:txBody>
      </p:sp>
      <p:sp>
        <p:nvSpPr>
          <p:cNvPr id="249" name="Text 247"/>
          <p:cNvSpPr/>
          <p:nvPr/>
        </p:nvSpPr>
        <p:spPr>
          <a:xfrm>
            <a:off x="3822192" y="813816"/>
            <a:ext cx="91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</a:t>
            </a:r>
            <a:endParaRPr lang="en-US" sz="650" dirty="0"/>
          </a:p>
        </p:txBody>
      </p:sp>
      <p:sp>
        <p:nvSpPr>
          <p:cNvPr id="250" name="Text 248"/>
          <p:cNvSpPr/>
          <p:nvPr/>
        </p:nvSpPr>
        <p:spPr>
          <a:xfrm>
            <a:off x="3721608" y="813816"/>
            <a:ext cx="91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650" dirty="0"/>
          </a:p>
        </p:txBody>
      </p:sp>
      <p:sp>
        <p:nvSpPr>
          <p:cNvPr id="251" name="Text 249"/>
          <p:cNvSpPr/>
          <p:nvPr/>
        </p:nvSpPr>
        <p:spPr>
          <a:xfrm>
            <a:off x="3822192" y="813816"/>
            <a:ext cx="91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</a:t>
            </a:r>
            <a:endParaRPr lang="en-US" sz="650" dirty="0"/>
          </a:p>
        </p:txBody>
      </p:sp>
      <p:sp>
        <p:nvSpPr>
          <p:cNvPr id="252" name="Text 250"/>
          <p:cNvSpPr/>
          <p:nvPr/>
        </p:nvSpPr>
        <p:spPr>
          <a:xfrm>
            <a:off x="2578608" y="1271016"/>
            <a:ext cx="91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650" dirty="0"/>
          </a:p>
        </p:txBody>
      </p:sp>
      <p:sp>
        <p:nvSpPr>
          <p:cNvPr id="253" name="Text 251"/>
          <p:cNvSpPr/>
          <p:nvPr/>
        </p:nvSpPr>
        <p:spPr>
          <a:xfrm>
            <a:off x="2478024" y="1271016"/>
            <a:ext cx="91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</a:t>
            </a:r>
            <a:endParaRPr lang="en-US" sz="650" dirty="0"/>
          </a:p>
        </p:txBody>
      </p:sp>
      <p:sp>
        <p:nvSpPr>
          <p:cNvPr id="254" name="Text 252"/>
          <p:cNvSpPr/>
          <p:nvPr/>
        </p:nvSpPr>
        <p:spPr>
          <a:xfrm>
            <a:off x="1997964" y="1572768"/>
            <a:ext cx="91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650" dirty="0"/>
          </a:p>
        </p:txBody>
      </p:sp>
      <p:sp>
        <p:nvSpPr>
          <p:cNvPr id="255" name="Text 253"/>
          <p:cNvSpPr/>
          <p:nvPr/>
        </p:nvSpPr>
        <p:spPr>
          <a:xfrm>
            <a:off x="1997964" y="1591056"/>
            <a:ext cx="91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</a:t>
            </a:r>
            <a:endParaRPr lang="en-US" sz="650" dirty="0"/>
          </a:p>
        </p:txBody>
      </p:sp>
      <p:sp>
        <p:nvSpPr>
          <p:cNvPr id="256" name="Text 254"/>
          <p:cNvSpPr/>
          <p:nvPr/>
        </p:nvSpPr>
        <p:spPr>
          <a:xfrm>
            <a:off x="2578608" y="4014216"/>
            <a:ext cx="91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650" dirty="0"/>
          </a:p>
        </p:txBody>
      </p:sp>
      <p:sp>
        <p:nvSpPr>
          <p:cNvPr id="257" name="Text 255"/>
          <p:cNvSpPr/>
          <p:nvPr/>
        </p:nvSpPr>
        <p:spPr>
          <a:xfrm>
            <a:off x="2478024" y="4014216"/>
            <a:ext cx="91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</a:t>
            </a:r>
            <a:endParaRPr lang="en-US" sz="650" dirty="0"/>
          </a:p>
        </p:txBody>
      </p:sp>
      <p:sp>
        <p:nvSpPr>
          <p:cNvPr id="258" name="Text 256"/>
          <p:cNvSpPr/>
          <p:nvPr/>
        </p:nvSpPr>
        <p:spPr>
          <a:xfrm>
            <a:off x="2578608" y="813816"/>
            <a:ext cx="91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650" dirty="0"/>
          </a:p>
        </p:txBody>
      </p:sp>
      <p:sp>
        <p:nvSpPr>
          <p:cNvPr id="259" name="Text 257"/>
          <p:cNvSpPr/>
          <p:nvPr/>
        </p:nvSpPr>
        <p:spPr>
          <a:xfrm>
            <a:off x="2478024" y="813816"/>
            <a:ext cx="91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</a:t>
            </a:r>
            <a:endParaRPr lang="en-US" sz="650" dirty="0"/>
          </a:p>
        </p:txBody>
      </p:sp>
      <p:sp>
        <p:nvSpPr>
          <p:cNvPr id="260" name="Text 258"/>
          <p:cNvSpPr/>
          <p:nvPr/>
        </p:nvSpPr>
        <p:spPr>
          <a:xfrm>
            <a:off x="274320" y="4617720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凡例: 1 = 参照される側、N = 参照する側。橙の破線 = 子の PK が親の Id を共有する 1対1（例: ShussoubaSeiseki.Id = Shussouba.Id）。図に線を引いていない参照: Jinmei → KishuMei / ChoukyoushiMei、Uma → Record / Seisansha、Uma の父母（ChichiUmaId / HahaUmaId）の自己参照、Choukyou.AwaseUmaId → Uma、Record・Choukyou.TanshukuKishuMeiId → KishuMei、Shussouba.KishuShozokuChoukyoushiId → Choukyoushi。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競馬データベース ER図</dc:title>
  <dc:subject>PptxGenJS Presentation</dc:subject>
  <dc:creator>PptxGenJS</dc:creator>
  <cp:lastModifiedBy>PptxGenJS</cp:lastModifiedBy>
  <cp:revision>1</cp:revision>
  <dcterms:created xsi:type="dcterms:W3CDTF">2026-10-10T10:50:20Z</dcterms:created>
  <dcterms:modified xsi:type="dcterms:W3CDTF">2026-10-10T10:50:20Z</dcterms:modified>
</cp:coreProperties>
</file>