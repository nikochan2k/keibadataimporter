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KeibaDataAnalizer ER図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 / Keiba.sql（外部キー 16本、すべて ON DELETE CASCADE）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490472" y="115214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15214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53512" y="202082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53512" y="1152144"/>
            <a:ext cx="0" cy="8686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15214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3512" y="2020824"/>
            <a:ext cx="155448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926080" y="2020824"/>
            <a:ext cx="27432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953512" y="202082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2020824"/>
            <a:ext cx="0" cy="8686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88950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02082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1152144"/>
            <a:ext cx="0" cy="8686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115214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02082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6552" y="2020824"/>
            <a:ext cx="0" cy="8686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16552" y="288950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02082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2020824"/>
            <a:ext cx="161848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115214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9592" y="115214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435608"/>
            <a:ext cx="0" cy="30175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889504"/>
            <a:ext cx="5943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11596" y="2889504"/>
            <a:ext cx="12344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2304288"/>
            <a:ext cx="0" cy="30175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202082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42632" y="1152144"/>
            <a:ext cx="0" cy="8686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115214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020824"/>
            <a:ext cx="27432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342632" y="2020824"/>
            <a:ext cx="155448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138160" y="2304288"/>
            <a:ext cx="0" cy="30175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3172968"/>
            <a:ext cx="0" cy="30175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63040" y="3758184"/>
            <a:ext cx="2743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90472" y="3758184"/>
            <a:ext cx="15544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86868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868680"/>
            <a:ext cx="1280160" cy="20116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868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Odds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8600" y="1078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OddsKubunId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645920" y="86868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0" y="868680"/>
            <a:ext cx="1280160" cy="20116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868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OddsKubun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91640" y="1078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RaceId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1645920" y="173736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5920" y="1737360"/>
            <a:ext cx="12801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RaceHaitou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691640" y="1947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PK/FK Id (= Race.Id)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645920" y="260604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45920" y="2606040"/>
            <a:ext cx="12801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4592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RaceLapTime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691640" y="2816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RaceId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108960" y="173736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1737360"/>
            <a:ext cx="12801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154680" y="1947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572000" y="86868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868680"/>
            <a:ext cx="12801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868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RaceKeika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17720" y="1078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RaceId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572000" y="260604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0" y="2606040"/>
            <a:ext cx="12801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RaceHassouJoukyou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617720" y="2816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RaceId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035040" y="173736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5040" y="1737360"/>
            <a:ext cx="12801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3504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080760" y="1947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RaceId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035040" y="86868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0" y="868680"/>
            <a:ext cx="12801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868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ShussoubaKeika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080760" y="1078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RaceKeikaId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ShussoubaId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035040" y="260604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35040" y="2606040"/>
            <a:ext cx="12801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3504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ShussoubaHassouJoukyou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6080760" y="2816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RaceHassouJoukyouId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ShussoubaId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7498080" y="86868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98080" y="868680"/>
            <a:ext cx="12801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98080" y="868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ShussoubaTsuukaJuni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543800" y="1078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ShussoubaId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7498080" y="173736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98080" y="1737360"/>
            <a:ext cx="1280160" cy="201168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9808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Choukyou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543800" y="1947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PK/FK Id (= Shussouba.Id)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7498080" y="260604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98080" y="2606040"/>
            <a:ext cx="1280160" cy="201168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9808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ChoukyouRireki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543800" y="2816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ChoukyouId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7498080" y="347472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98080" y="3474720"/>
            <a:ext cx="1280160" cy="201168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98080" y="3474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ChoukyouTime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543800" y="3685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ChoukyouRirekiId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82880" y="347472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82880" y="3474720"/>
            <a:ext cx="1280160" cy="2011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82880" y="3474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ImportFile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228600" y="3685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1645920" y="347472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645920" y="3474720"/>
            <a:ext cx="1280160" cy="20116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45920" y="34747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ImportLog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1691640" y="36850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PK Id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ImportFileId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3108960" y="34747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08960" y="3474720"/>
            <a:ext cx="274320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08960" y="3474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FK なしのテーブル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3154680" y="3685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Kishu / Kyuusha / Kyousouba（マスタ）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 / Japanize / UserSQL（補助）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1554480" y="100584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1463040" y="100584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301752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2926080" y="100584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301752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92608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301752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2926080" y="274320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38912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4480560" y="100584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438912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4480560" y="274320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438912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18" name="Text 116"/>
          <p:cNvSpPr/>
          <p:nvPr/>
        </p:nvSpPr>
        <p:spPr>
          <a:xfrm>
            <a:off x="594360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5852160" y="100584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5943600" y="100584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6720840" y="15910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6720840" y="145389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5852160" y="274320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5943600" y="274320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6720840" y="232257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6720840" y="245973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731520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7406640" y="100584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731520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30" name="Text 128"/>
          <p:cNvSpPr/>
          <p:nvPr/>
        </p:nvSpPr>
        <p:spPr>
          <a:xfrm>
            <a:off x="7406640" y="187452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8183880" y="232257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8183880" y="245973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8183880" y="31912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8183880" y="33284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1463040" y="361188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1554480" y="3611880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37" name="Text 135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凡例: 1 = 親側、N = 子側（1対多）。橙の破線 = 子の PK が親の Id を兼ねる 1対1。FK を持たないマスタ（Kishu・Kyuusha・Kyousouba）は、Shussouba の列から論理的に参照されるだけで、制約はありません。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KeibaDataImporter ER図（論理）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SQLite（keiba.sqlite）/ TypeORM / 34エンティティ。外部キー制約は無く、*Id 列と Id 共有による論理的な関連を図示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08660" y="1097280"/>
            <a:ext cx="0" cy="18288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4440" y="9601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6444" y="960120"/>
            <a:ext cx="0" cy="1600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6444" y="25603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874520"/>
            <a:ext cx="640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1874520"/>
            <a:ext cx="0" cy="6858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2560320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6444" y="2560320"/>
            <a:ext cx="16002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66444" y="2331720"/>
            <a:ext cx="0" cy="22860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234440" y="2331720"/>
            <a:ext cx="320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266444" y="25603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6444" y="2560320"/>
            <a:ext cx="0" cy="228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27889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6444" y="25603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6444" y="2560320"/>
            <a:ext cx="0" cy="6858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32461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6444" y="25603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6444" y="2560320"/>
            <a:ext cx="0" cy="11430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3703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" y="3840480"/>
            <a:ext cx="0" cy="1828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52244" y="2697480"/>
            <a:ext cx="0" cy="4114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78024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0028" y="1874520"/>
            <a:ext cx="0" cy="6858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0028" y="18745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78024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0028" y="2560320"/>
            <a:ext cx="0" cy="6858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0028" y="32461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78024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10028" y="2560320"/>
            <a:ext cx="14036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1608" y="18745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53612" y="1417320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53612" y="1417320"/>
            <a:ext cx="14036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97196" y="1417320"/>
            <a:ext cx="0" cy="11430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7196" y="14173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1608" y="3246120"/>
            <a:ext cx="640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85616" y="3246120"/>
            <a:ext cx="0" cy="9144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85616" y="4160520"/>
            <a:ext cx="1371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97196" y="2560320"/>
            <a:ext cx="0" cy="1600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97196" y="41605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997196" y="1874520"/>
            <a:ext cx="0" cy="68580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997196" y="1874520"/>
            <a:ext cx="16002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997196" y="2331720"/>
            <a:ext cx="0" cy="22860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997196" y="2331720"/>
            <a:ext cx="16002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997196" y="2560320"/>
            <a:ext cx="0" cy="22860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997196" y="2788920"/>
            <a:ext cx="16002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997196" y="2560320"/>
            <a:ext cx="0" cy="68580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4997196" y="3246120"/>
            <a:ext cx="16002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97196" y="2560320"/>
            <a:ext cx="0" cy="11430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97196" y="37033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65192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97196" y="960120"/>
            <a:ext cx="0" cy="1600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97196" y="9601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39412" y="2697480"/>
            <a:ext cx="0" cy="8686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21608" y="3703320"/>
            <a:ext cx="9601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817620" y="3703320"/>
            <a:ext cx="9601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10028" y="37033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78024" y="3703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40780" y="23317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08776" y="23317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39412" y="1097280"/>
            <a:ext cx="0" cy="13258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21608" y="4160520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49624" y="2560320"/>
            <a:ext cx="0" cy="1600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49624" y="2560320"/>
            <a:ext cx="640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21608" y="9601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81628" y="960120"/>
            <a:ext cx="0" cy="1600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81628" y="25603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21608" y="1417320"/>
            <a:ext cx="19202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13632" y="960120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21608" y="960120"/>
            <a:ext cx="1600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881628" y="960120"/>
            <a:ext cx="3200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42032" y="1417320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478024" y="1417320"/>
            <a:ext cx="640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52244" y="1554480"/>
            <a:ext cx="0" cy="1828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74036" y="4160520"/>
            <a:ext cx="9601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78024" y="4160520"/>
            <a:ext cx="9601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606040" y="960120"/>
            <a:ext cx="6400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78024" y="960120"/>
            <a:ext cx="12801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2880" y="822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2880" y="822960"/>
            <a:ext cx="1051560" cy="20116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822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Kaisai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82880" y="1280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2880" y="1280160"/>
            <a:ext cx="1051560" cy="20116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2880" y="1280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KaisaiYosou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82880" y="1737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2880" y="17373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82880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Record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82880" y="21945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82880" y="21945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82880" y="21945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RaceSeiseki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82880" y="26517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2880" y="26517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82880" y="26517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RaceTrackBias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82880" y="3108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82880" y="3108960"/>
            <a:ext cx="1051560" cy="20116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2880" y="3108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OddsHaitou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82880" y="3566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2880" y="35661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82880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RaceMei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82880" y="4023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82880" y="40233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82880" y="4023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TokubetsuMei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426464" y="822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426464" y="8229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426464" y="822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ChoukyoushiMei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426464" y="1280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426464" y="1280160"/>
            <a:ext cx="1051560" cy="201168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426464" y="1280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Choukyou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426464" y="1737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426464" y="1737360"/>
            <a:ext cx="1051560" cy="201168"/>
          </a:xfrm>
          <a:prstGeom prst="rect">
            <a:avLst/>
          </a:prstGeom>
          <a:solidFill>
            <a:srgbClr val="833C0B"/>
          </a:solidFill>
          <a:ln w="12700">
            <a:solidFill>
              <a:srgbClr val="833C0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426464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ChoukyouTime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426464" y="2423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426464" y="24231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426464" y="2423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1426464" y="3108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426464" y="31089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426464" y="3108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RaceLapTime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1426464" y="3566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426464" y="35661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426464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Seisansha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1426464" y="4023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426464" y="40233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426464" y="4023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KishuMei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2670048" y="822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670048" y="8229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670048" y="822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Choukyoushi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2670048" y="1280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670048" y="12801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670048" y="1280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Uma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2670048" y="1737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670048" y="17373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670048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RaceKeika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2670048" y="3108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70048" y="3108960"/>
            <a:ext cx="105156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670048" y="3108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RaceHassouJoukyou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2670048" y="3566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70048" y="35661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670048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Shoyuu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2670048" y="4023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670048" y="40233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670048" y="4023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Kishu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3913632" y="822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913632" y="8229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913632" y="822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Kyousouba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3913632" y="2423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913632" y="24231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913632" y="2423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3913632" y="3566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913632" y="35661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913632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Banushi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5157216" y="822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157216" y="8229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157216" y="822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ShussoubaTsuukaJuni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5157216" y="1280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157216" y="12801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157216" y="1280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ShussoubaKeika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5157216" y="1737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157216" y="17373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157216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ShussoubaSeiseki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5157216" y="21945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157216" y="21945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5157216" y="21945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ShussoubaYosou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5157216" y="26517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157216" y="26517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157216" y="26517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ShussoubaHyouka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5157216" y="3108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157216" y="31089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157216" y="3108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ShussoubaChoukyou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5157216" y="35661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157216" y="35661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157216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ShussoubaJoutai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5157216" y="40233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157216" y="4023360"/>
            <a:ext cx="1051560" cy="20116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157216" y="4023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ShussoubaHassouJoukyou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6400800" y="21945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400800" y="21945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400800" y="21945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Houbokusaki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6400800" y="822960"/>
            <a:ext cx="1051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400800" y="822960"/>
            <a:ext cx="1051560" cy="201168"/>
          </a:xfrm>
          <a:prstGeom prst="rect">
            <a:avLst/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6400800" y="822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Jinmei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754380" y="1115568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91" name="Text 189"/>
          <p:cNvSpPr/>
          <p:nvPr/>
        </p:nvSpPr>
        <p:spPr>
          <a:xfrm>
            <a:off x="754380" y="11338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92" name="Text 190"/>
          <p:cNvSpPr/>
          <p:nvPr/>
        </p:nvSpPr>
        <p:spPr>
          <a:xfrm>
            <a:off x="1234440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93" name="Text 191"/>
          <p:cNvSpPr/>
          <p:nvPr/>
        </p:nvSpPr>
        <p:spPr>
          <a:xfrm>
            <a:off x="1335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94" name="Text 192"/>
          <p:cNvSpPr/>
          <p:nvPr/>
        </p:nvSpPr>
        <p:spPr>
          <a:xfrm>
            <a:off x="1234440" y="1728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95" name="Text 193"/>
          <p:cNvSpPr/>
          <p:nvPr/>
        </p:nvSpPr>
        <p:spPr>
          <a:xfrm>
            <a:off x="1335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1335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97" name="Text 195"/>
          <p:cNvSpPr/>
          <p:nvPr/>
        </p:nvSpPr>
        <p:spPr>
          <a:xfrm>
            <a:off x="1234440" y="21854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1335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199" name="Text 197"/>
          <p:cNvSpPr/>
          <p:nvPr/>
        </p:nvSpPr>
        <p:spPr>
          <a:xfrm>
            <a:off x="1234440" y="26426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00" name="Text 198"/>
          <p:cNvSpPr/>
          <p:nvPr/>
        </p:nvSpPr>
        <p:spPr>
          <a:xfrm>
            <a:off x="1335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01" name="Text 199"/>
          <p:cNvSpPr/>
          <p:nvPr/>
        </p:nvSpPr>
        <p:spPr>
          <a:xfrm>
            <a:off x="1234440" y="3099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02" name="Text 200"/>
          <p:cNvSpPr/>
          <p:nvPr/>
        </p:nvSpPr>
        <p:spPr>
          <a:xfrm>
            <a:off x="1335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03" name="Text 201"/>
          <p:cNvSpPr/>
          <p:nvPr/>
        </p:nvSpPr>
        <p:spPr>
          <a:xfrm>
            <a:off x="1234440" y="3557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04" name="Text 202"/>
          <p:cNvSpPr/>
          <p:nvPr/>
        </p:nvSpPr>
        <p:spPr>
          <a:xfrm>
            <a:off x="754380" y="38770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05" name="Text 203"/>
          <p:cNvSpPr/>
          <p:nvPr/>
        </p:nvSpPr>
        <p:spPr>
          <a:xfrm>
            <a:off x="754380" y="3858768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06" name="Text 204"/>
          <p:cNvSpPr/>
          <p:nvPr/>
        </p:nvSpPr>
        <p:spPr>
          <a:xfrm>
            <a:off x="1997964" y="2715768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07" name="Text 205"/>
          <p:cNvSpPr/>
          <p:nvPr/>
        </p:nvSpPr>
        <p:spPr>
          <a:xfrm>
            <a:off x="1997964" y="29626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08" name="Text 206"/>
          <p:cNvSpPr/>
          <p:nvPr/>
        </p:nvSpPr>
        <p:spPr>
          <a:xfrm>
            <a:off x="2478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09" name="Text 207"/>
          <p:cNvSpPr/>
          <p:nvPr/>
        </p:nvSpPr>
        <p:spPr>
          <a:xfrm>
            <a:off x="2578608" y="1728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2478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11" name="Text 209"/>
          <p:cNvSpPr/>
          <p:nvPr/>
        </p:nvSpPr>
        <p:spPr>
          <a:xfrm>
            <a:off x="2578608" y="3099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12" name="Text 210"/>
          <p:cNvSpPr/>
          <p:nvPr/>
        </p:nvSpPr>
        <p:spPr>
          <a:xfrm>
            <a:off x="2478024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13" name="Text 211"/>
          <p:cNvSpPr/>
          <p:nvPr/>
        </p:nvSpPr>
        <p:spPr>
          <a:xfrm>
            <a:off x="3822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14" name="Text 212"/>
          <p:cNvSpPr/>
          <p:nvPr/>
        </p:nvSpPr>
        <p:spPr>
          <a:xfrm>
            <a:off x="3721608" y="1728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15" name="Text 213"/>
          <p:cNvSpPr/>
          <p:nvPr/>
        </p:nvSpPr>
        <p:spPr>
          <a:xfrm>
            <a:off x="5065776" y="1271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17" name="Text 215"/>
          <p:cNvSpPr/>
          <p:nvPr/>
        </p:nvSpPr>
        <p:spPr>
          <a:xfrm>
            <a:off x="5065776" y="1271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18" name="Text 216"/>
          <p:cNvSpPr/>
          <p:nvPr/>
        </p:nvSpPr>
        <p:spPr>
          <a:xfrm>
            <a:off x="3721608" y="3099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19" name="Text 217"/>
          <p:cNvSpPr/>
          <p:nvPr/>
        </p:nvSpPr>
        <p:spPr>
          <a:xfrm>
            <a:off x="5065776" y="4014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20" name="Text 218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1" name="Text 219"/>
          <p:cNvSpPr/>
          <p:nvPr/>
        </p:nvSpPr>
        <p:spPr>
          <a:xfrm>
            <a:off x="5065776" y="4014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3" name="Text 221"/>
          <p:cNvSpPr/>
          <p:nvPr/>
        </p:nvSpPr>
        <p:spPr>
          <a:xfrm>
            <a:off x="5065776" y="1728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5" name="Text 223"/>
          <p:cNvSpPr/>
          <p:nvPr/>
        </p:nvSpPr>
        <p:spPr>
          <a:xfrm>
            <a:off x="5065776" y="21854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6" name="Text 224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7" name="Text 225"/>
          <p:cNvSpPr/>
          <p:nvPr/>
        </p:nvSpPr>
        <p:spPr>
          <a:xfrm>
            <a:off x="5065776" y="26426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29" name="Text 227"/>
          <p:cNvSpPr/>
          <p:nvPr/>
        </p:nvSpPr>
        <p:spPr>
          <a:xfrm>
            <a:off x="5065776" y="3099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30" name="Text 228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31" name="Text 229"/>
          <p:cNvSpPr/>
          <p:nvPr/>
        </p:nvSpPr>
        <p:spPr>
          <a:xfrm>
            <a:off x="5065776" y="3557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32" name="Text 230"/>
          <p:cNvSpPr/>
          <p:nvPr/>
        </p:nvSpPr>
        <p:spPr>
          <a:xfrm>
            <a:off x="4965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33" name="Text 231"/>
          <p:cNvSpPr/>
          <p:nvPr/>
        </p:nvSpPr>
        <p:spPr>
          <a:xfrm>
            <a:off x="5065776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34" name="Text 232"/>
          <p:cNvSpPr/>
          <p:nvPr/>
        </p:nvSpPr>
        <p:spPr>
          <a:xfrm>
            <a:off x="4485132" y="2715768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35" name="Text 233"/>
          <p:cNvSpPr/>
          <p:nvPr/>
        </p:nvSpPr>
        <p:spPr>
          <a:xfrm>
            <a:off x="4485132" y="34198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36" name="Text 234"/>
          <p:cNvSpPr/>
          <p:nvPr/>
        </p:nvSpPr>
        <p:spPr>
          <a:xfrm>
            <a:off x="3721608" y="3557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37" name="Text 235"/>
          <p:cNvSpPr/>
          <p:nvPr/>
        </p:nvSpPr>
        <p:spPr>
          <a:xfrm>
            <a:off x="3822192" y="3557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38" name="Text 236"/>
          <p:cNvSpPr/>
          <p:nvPr/>
        </p:nvSpPr>
        <p:spPr>
          <a:xfrm>
            <a:off x="2578608" y="3557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39" name="Text 237"/>
          <p:cNvSpPr/>
          <p:nvPr/>
        </p:nvSpPr>
        <p:spPr>
          <a:xfrm>
            <a:off x="2478024" y="3557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40" name="Text 238"/>
          <p:cNvSpPr/>
          <p:nvPr/>
        </p:nvSpPr>
        <p:spPr>
          <a:xfrm>
            <a:off x="6309360" y="21854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41" name="Text 239"/>
          <p:cNvSpPr/>
          <p:nvPr/>
        </p:nvSpPr>
        <p:spPr>
          <a:xfrm>
            <a:off x="6208776" y="21854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42" name="Text 240"/>
          <p:cNvSpPr/>
          <p:nvPr/>
        </p:nvSpPr>
        <p:spPr>
          <a:xfrm>
            <a:off x="4485132" y="1115568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43" name="Text 241"/>
          <p:cNvSpPr/>
          <p:nvPr/>
        </p:nvSpPr>
        <p:spPr>
          <a:xfrm>
            <a:off x="4485132" y="22768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44" name="Text 242"/>
          <p:cNvSpPr/>
          <p:nvPr/>
        </p:nvSpPr>
        <p:spPr>
          <a:xfrm>
            <a:off x="3721608" y="4014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45" name="Text 243"/>
          <p:cNvSpPr/>
          <p:nvPr/>
        </p:nvSpPr>
        <p:spPr>
          <a:xfrm>
            <a:off x="3822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46" name="Text 244"/>
          <p:cNvSpPr/>
          <p:nvPr/>
        </p:nvSpPr>
        <p:spPr>
          <a:xfrm>
            <a:off x="3721608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47" name="Text 245"/>
          <p:cNvSpPr/>
          <p:nvPr/>
        </p:nvSpPr>
        <p:spPr>
          <a:xfrm>
            <a:off x="3822192" y="2414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48" name="Text 246"/>
          <p:cNvSpPr/>
          <p:nvPr/>
        </p:nvSpPr>
        <p:spPr>
          <a:xfrm>
            <a:off x="3721608" y="1271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49" name="Text 247"/>
          <p:cNvSpPr/>
          <p:nvPr/>
        </p:nvSpPr>
        <p:spPr>
          <a:xfrm>
            <a:off x="3822192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50" name="Text 248"/>
          <p:cNvSpPr/>
          <p:nvPr/>
        </p:nvSpPr>
        <p:spPr>
          <a:xfrm>
            <a:off x="3721608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51" name="Text 249"/>
          <p:cNvSpPr/>
          <p:nvPr/>
        </p:nvSpPr>
        <p:spPr>
          <a:xfrm>
            <a:off x="3822192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52" name="Text 250"/>
          <p:cNvSpPr/>
          <p:nvPr/>
        </p:nvSpPr>
        <p:spPr>
          <a:xfrm>
            <a:off x="2578608" y="1271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53" name="Text 251"/>
          <p:cNvSpPr/>
          <p:nvPr/>
        </p:nvSpPr>
        <p:spPr>
          <a:xfrm>
            <a:off x="2478024" y="12710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54" name="Text 252"/>
          <p:cNvSpPr/>
          <p:nvPr/>
        </p:nvSpPr>
        <p:spPr>
          <a:xfrm>
            <a:off x="1997964" y="1572768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55" name="Text 253"/>
          <p:cNvSpPr/>
          <p:nvPr/>
        </p:nvSpPr>
        <p:spPr>
          <a:xfrm>
            <a:off x="1997964" y="159105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56" name="Text 254"/>
          <p:cNvSpPr/>
          <p:nvPr/>
        </p:nvSpPr>
        <p:spPr>
          <a:xfrm>
            <a:off x="2578608" y="4014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57" name="Text 255"/>
          <p:cNvSpPr/>
          <p:nvPr/>
        </p:nvSpPr>
        <p:spPr>
          <a:xfrm>
            <a:off x="2478024" y="40142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58" name="Text 256"/>
          <p:cNvSpPr/>
          <p:nvPr/>
        </p:nvSpPr>
        <p:spPr>
          <a:xfrm>
            <a:off x="2578608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50" dirty="0"/>
          </a:p>
        </p:txBody>
      </p:sp>
      <p:sp>
        <p:nvSpPr>
          <p:cNvPr id="259" name="Text 257"/>
          <p:cNvSpPr/>
          <p:nvPr/>
        </p:nvSpPr>
        <p:spPr>
          <a:xfrm>
            <a:off x="2478024" y="813816"/>
            <a:ext cx="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650" dirty="0"/>
          </a:p>
        </p:txBody>
      </p:sp>
      <p:sp>
        <p:nvSpPr>
          <p:cNvPr id="260" name="Text 258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凡例: 1 = 参照される側、N = 参照する側。橙の破線 = 子の PK が親の Id を共有する 1対1（例: ShussoubaSeiseki.Id = Shussouba.Id）。図に線を引いていない参照: Jinmei → KishuMei / ChoukyoushiMei、Uma → Record / Seisansha、Uma の父母（ChichiUmaId / HahaUmaId）の自己参照、Choukyou.AwaseUmaId → Uma、Record・Choukyou.TanshukuKishuMeiId → KishuMei、Shussouba.KishuShozokuChoukyoushiId → Choukyoushi。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競馬データベース ER図</dc:title>
  <dc:subject>PptxGenJS Presentation</dc:subject>
  <dc:creator>PptxGenJS</dc:creator>
  <cp:lastModifiedBy>PptxGenJS</cp:lastModifiedBy>
  <cp:revision>1</cp:revision>
  <dcterms:created xsi:type="dcterms:W3CDTF">2026-10-10T07:58:17Z</dcterms:created>
  <dcterms:modified xsi:type="dcterms:W3CDTF">2026-10-10T07:58:17Z</dcterms:modified>
</cp:coreProperties>
</file>